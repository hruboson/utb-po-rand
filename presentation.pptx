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1" r:id="rId16"/>
    <p:sldId id="270" r:id="rId17"/>
  </p:sldIdLst>
  <p:sldSz cx="10080625" cy="5670550"/>
  <p:notesSz cx="7559675" cy="10691813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9020" autoAdjust="0"/>
  </p:normalViewPr>
  <p:slideViewPr>
    <p:cSldViewPr snapToGrid="0">
      <p:cViewPr>
        <p:scale>
          <a:sx n="75" d="100"/>
          <a:sy n="75" d="100"/>
        </p:scale>
        <p:origin x="1445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48E560-4652-4AB2-AB77-BD2D26943C78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D2B778F-B0AD-4CF9-871D-38D3A4E0D0B3}">
      <dgm:prSet/>
      <dgm:spPr/>
      <dgm:t>
        <a:bodyPr/>
        <a:lstStyle/>
        <a:p>
          <a:r>
            <a:rPr lang="en-US" b="0" dirty="0" err="1">
              <a:latin typeface="JetBrainsMono NF"/>
            </a:rPr>
            <a:t>Vlastnosti</a:t>
          </a:r>
          <a:r>
            <a:rPr lang="en-US" b="0" dirty="0">
              <a:latin typeface="JetBrainsMono NF"/>
            </a:rPr>
            <a:t>:</a:t>
          </a:r>
          <a:endParaRPr lang="en-US" dirty="0">
            <a:latin typeface="JetBrainsMono NF"/>
          </a:endParaRPr>
        </a:p>
      </dgm:t>
    </dgm:pt>
    <dgm:pt modelId="{EC5037C9-7C3B-4FA4-AA5A-7BCD4FF04FA2}" type="parTrans" cxnId="{EC566931-8A50-4750-9F68-0547A0812C73}">
      <dgm:prSet/>
      <dgm:spPr/>
      <dgm:t>
        <a:bodyPr/>
        <a:lstStyle/>
        <a:p>
          <a:endParaRPr lang="en-US"/>
        </a:p>
      </dgm:t>
    </dgm:pt>
    <dgm:pt modelId="{2059BBA1-6B08-4B96-AC42-5E31D5D44ECB}" type="sibTrans" cxnId="{EC566931-8A50-4750-9F68-0547A0812C73}">
      <dgm:prSet/>
      <dgm:spPr/>
      <dgm:t>
        <a:bodyPr/>
        <a:lstStyle/>
        <a:p>
          <a:endParaRPr lang="en-US"/>
        </a:p>
      </dgm:t>
    </dgm:pt>
    <dgm:pt modelId="{AC34C26F-78E4-4958-87F8-A551B86727C2}">
      <dgm:prSet/>
      <dgm:spPr/>
      <dgm:t>
        <a:bodyPr/>
        <a:lstStyle/>
        <a:p>
          <a:r>
            <a:rPr lang="en-US" b="1" dirty="0" err="1">
              <a:latin typeface="JetBrainsMono NF"/>
            </a:rPr>
            <a:t>Periodicita</a:t>
          </a:r>
          <a:r>
            <a:rPr lang="en-US" b="0" dirty="0">
              <a:latin typeface="JetBrainsMono NF"/>
            </a:rPr>
            <a:t>: </a:t>
          </a:r>
          <a:r>
            <a:rPr lang="en-US" b="0" dirty="0" err="1">
              <a:latin typeface="JetBrainsMono NF"/>
            </a:rPr>
            <a:t>řada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generovaných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čísel</a:t>
          </a:r>
          <a:r>
            <a:rPr lang="en-US" b="0" dirty="0">
              <a:latin typeface="JetBrainsMono NF"/>
            </a:rPr>
            <a:t> se </a:t>
          </a:r>
          <a:r>
            <a:rPr lang="en-US" b="0" dirty="0" err="1">
              <a:latin typeface="JetBrainsMono NF"/>
            </a:rPr>
            <a:t>opakuje</a:t>
          </a:r>
          <a:endParaRPr lang="en-US" dirty="0">
            <a:latin typeface="JetBrainsMono NF"/>
          </a:endParaRPr>
        </a:p>
      </dgm:t>
    </dgm:pt>
    <dgm:pt modelId="{367B44BE-DC61-4746-816E-DA1BF0F6C3CC}" type="parTrans" cxnId="{EEC2FA5E-32FD-4BFF-9178-478B878A768C}">
      <dgm:prSet/>
      <dgm:spPr/>
      <dgm:t>
        <a:bodyPr/>
        <a:lstStyle/>
        <a:p>
          <a:endParaRPr lang="en-US"/>
        </a:p>
      </dgm:t>
    </dgm:pt>
    <dgm:pt modelId="{F46DA694-6A9A-4508-8F8E-25CA049CA96D}" type="sibTrans" cxnId="{EEC2FA5E-32FD-4BFF-9178-478B878A768C}">
      <dgm:prSet/>
      <dgm:spPr/>
      <dgm:t>
        <a:bodyPr/>
        <a:lstStyle/>
        <a:p>
          <a:endParaRPr lang="en-US"/>
        </a:p>
      </dgm:t>
    </dgm:pt>
    <dgm:pt modelId="{19E7EB5B-D571-4ACB-91CC-206C25D6CF45}">
      <dgm:prSet/>
      <dgm:spPr/>
      <dgm:t>
        <a:bodyPr/>
        <a:lstStyle/>
        <a:p>
          <a:r>
            <a:rPr lang="en-US" b="1" dirty="0" err="1">
              <a:latin typeface="JetBrainsMono NF"/>
            </a:rPr>
            <a:t>Efektivita</a:t>
          </a:r>
          <a:r>
            <a:rPr lang="en-US" b="0" dirty="0">
              <a:latin typeface="JetBrainsMono NF"/>
            </a:rPr>
            <a:t>: </a:t>
          </a:r>
          <a:r>
            <a:rPr lang="en-US" b="0" dirty="0" err="1">
              <a:latin typeface="JetBrainsMono NF"/>
            </a:rPr>
            <a:t>rychlost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výpočtu</a:t>
          </a:r>
          <a:endParaRPr lang="en-US" dirty="0">
            <a:latin typeface="JetBrainsMono NF"/>
          </a:endParaRPr>
        </a:p>
      </dgm:t>
    </dgm:pt>
    <dgm:pt modelId="{40D4B737-1F67-4FB9-866F-DF770EB51D68}" type="parTrans" cxnId="{F142A116-607D-4408-8752-E5ED02F4B56D}">
      <dgm:prSet/>
      <dgm:spPr/>
      <dgm:t>
        <a:bodyPr/>
        <a:lstStyle/>
        <a:p>
          <a:endParaRPr lang="en-US"/>
        </a:p>
      </dgm:t>
    </dgm:pt>
    <dgm:pt modelId="{531C0449-2882-47EA-A600-6B0E86B871B3}" type="sibTrans" cxnId="{F142A116-607D-4408-8752-E5ED02F4B56D}">
      <dgm:prSet/>
      <dgm:spPr/>
      <dgm:t>
        <a:bodyPr/>
        <a:lstStyle/>
        <a:p>
          <a:endParaRPr lang="en-US"/>
        </a:p>
      </dgm:t>
    </dgm:pt>
    <dgm:pt modelId="{0CC4A5D0-361B-4D80-8A8F-82C4ED574466}">
      <dgm:prSet/>
      <dgm:spPr/>
      <dgm:t>
        <a:bodyPr/>
        <a:lstStyle/>
        <a:p>
          <a:r>
            <a:rPr lang="en-US" b="0" dirty="0" err="1">
              <a:latin typeface="JetBrainsMono NF"/>
            </a:rPr>
            <a:t>Náhoda</a:t>
          </a:r>
          <a:r>
            <a:rPr lang="en-US" b="0" dirty="0">
              <a:latin typeface="JetBrainsMono NF"/>
            </a:rPr>
            <a:t> je </a:t>
          </a:r>
          <a:r>
            <a:rPr lang="en-US" b="0" dirty="0" err="1">
              <a:latin typeface="JetBrainsMono NF"/>
            </a:rPr>
            <a:t>jen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řada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čísel</a:t>
          </a:r>
          <a:r>
            <a:rPr lang="en-US" b="0" dirty="0">
              <a:latin typeface="JetBrainsMono NF"/>
            </a:rPr>
            <a:t>, </a:t>
          </a:r>
          <a:r>
            <a:rPr lang="en-US" b="0" dirty="0" err="1">
              <a:latin typeface="JetBrainsMono NF"/>
            </a:rPr>
            <a:t>jejíž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pravidlo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neznáme</a:t>
          </a:r>
          <a:endParaRPr lang="en-US" dirty="0">
            <a:latin typeface="JetBrainsMono NF"/>
          </a:endParaRPr>
        </a:p>
      </dgm:t>
    </dgm:pt>
    <dgm:pt modelId="{754F0EF4-E40E-4421-8735-C4B299C7B93D}" type="parTrans" cxnId="{31A64EE5-403D-43DE-8B77-538C6C555448}">
      <dgm:prSet/>
      <dgm:spPr/>
      <dgm:t>
        <a:bodyPr/>
        <a:lstStyle/>
        <a:p>
          <a:endParaRPr lang="en-US"/>
        </a:p>
      </dgm:t>
    </dgm:pt>
    <dgm:pt modelId="{EFC394B2-F48F-41A9-A50C-1CC6D1FDB846}" type="sibTrans" cxnId="{31A64EE5-403D-43DE-8B77-538C6C555448}">
      <dgm:prSet/>
      <dgm:spPr/>
      <dgm:t>
        <a:bodyPr/>
        <a:lstStyle/>
        <a:p>
          <a:endParaRPr lang="en-US"/>
        </a:p>
      </dgm:t>
    </dgm:pt>
    <dgm:pt modelId="{BB428B8B-8391-42F0-B9D7-96637D01C95E}" type="pres">
      <dgm:prSet presAssocID="{E348E560-4652-4AB2-AB77-BD2D26943C78}" presName="linear" presStyleCnt="0">
        <dgm:presLayoutVars>
          <dgm:dir/>
          <dgm:animLvl val="lvl"/>
          <dgm:resizeHandles val="exact"/>
        </dgm:presLayoutVars>
      </dgm:prSet>
      <dgm:spPr/>
    </dgm:pt>
    <dgm:pt modelId="{988AC86B-85D2-4987-B055-03E515AD760F}" type="pres">
      <dgm:prSet presAssocID="{2D2B778F-B0AD-4CF9-871D-38D3A4E0D0B3}" presName="parentLin" presStyleCnt="0"/>
      <dgm:spPr/>
    </dgm:pt>
    <dgm:pt modelId="{4ECA1E21-249F-4631-9774-AFAD9BE35B10}" type="pres">
      <dgm:prSet presAssocID="{2D2B778F-B0AD-4CF9-871D-38D3A4E0D0B3}" presName="parentLeftMargin" presStyleLbl="node1" presStyleIdx="0" presStyleCnt="2"/>
      <dgm:spPr/>
    </dgm:pt>
    <dgm:pt modelId="{E6506286-F065-4668-B3B7-CF7BC9630185}" type="pres">
      <dgm:prSet presAssocID="{2D2B778F-B0AD-4CF9-871D-38D3A4E0D0B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888D990-96DF-4474-BFEE-F45E533E31CC}" type="pres">
      <dgm:prSet presAssocID="{2D2B778F-B0AD-4CF9-871D-38D3A4E0D0B3}" presName="negativeSpace" presStyleCnt="0"/>
      <dgm:spPr/>
    </dgm:pt>
    <dgm:pt modelId="{8B8BA583-D036-44C7-9EFF-7E382006F8EB}" type="pres">
      <dgm:prSet presAssocID="{2D2B778F-B0AD-4CF9-871D-38D3A4E0D0B3}" presName="childText" presStyleLbl="conFgAcc1" presStyleIdx="0" presStyleCnt="2">
        <dgm:presLayoutVars>
          <dgm:bulletEnabled val="1"/>
        </dgm:presLayoutVars>
      </dgm:prSet>
      <dgm:spPr/>
    </dgm:pt>
    <dgm:pt modelId="{17EB7892-9819-492A-B253-D2A9AB98CBF6}" type="pres">
      <dgm:prSet presAssocID="{2059BBA1-6B08-4B96-AC42-5E31D5D44ECB}" presName="spaceBetweenRectangles" presStyleCnt="0"/>
      <dgm:spPr/>
    </dgm:pt>
    <dgm:pt modelId="{2EE6E727-E5A4-4ED7-9400-AF271250401D}" type="pres">
      <dgm:prSet presAssocID="{0CC4A5D0-361B-4D80-8A8F-82C4ED574466}" presName="parentLin" presStyleCnt="0"/>
      <dgm:spPr/>
    </dgm:pt>
    <dgm:pt modelId="{A2AF7BA2-7D54-4992-AC68-6C932D786E60}" type="pres">
      <dgm:prSet presAssocID="{0CC4A5D0-361B-4D80-8A8F-82C4ED574466}" presName="parentLeftMargin" presStyleLbl="node1" presStyleIdx="0" presStyleCnt="2"/>
      <dgm:spPr/>
    </dgm:pt>
    <dgm:pt modelId="{C266B18F-614A-4243-AFE2-143BDE157381}" type="pres">
      <dgm:prSet presAssocID="{0CC4A5D0-361B-4D80-8A8F-82C4ED57446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BB6B5650-3987-4EB1-A27D-143F7A0C4131}" type="pres">
      <dgm:prSet presAssocID="{0CC4A5D0-361B-4D80-8A8F-82C4ED574466}" presName="negativeSpace" presStyleCnt="0"/>
      <dgm:spPr/>
    </dgm:pt>
    <dgm:pt modelId="{EB54E0E6-3F9C-4636-9EBE-E33802188B21}" type="pres">
      <dgm:prSet presAssocID="{0CC4A5D0-361B-4D80-8A8F-82C4ED57446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F142A116-607D-4408-8752-E5ED02F4B56D}" srcId="{2D2B778F-B0AD-4CF9-871D-38D3A4E0D0B3}" destId="{19E7EB5B-D571-4ACB-91CC-206C25D6CF45}" srcOrd="1" destOrd="0" parTransId="{40D4B737-1F67-4FB9-866F-DF770EB51D68}" sibTransId="{531C0449-2882-47EA-A600-6B0E86B871B3}"/>
    <dgm:cxn modelId="{0F2A1A1D-9A13-4FE0-BC3F-5224917C349F}" type="presOf" srcId="{0CC4A5D0-361B-4D80-8A8F-82C4ED574466}" destId="{A2AF7BA2-7D54-4992-AC68-6C932D786E60}" srcOrd="0" destOrd="0" presId="urn:microsoft.com/office/officeart/2005/8/layout/list1"/>
    <dgm:cxn modelId="{64F0141F-76FD-446C-8388-9217BB424A2C}" type="presOf" srcId="{2D2B778F-B0AD-4CF9-871D-38D3A4E0D0B3}" destId="{E6506286-F065-4668-B3B7-CF7BC9630185}" srcOrd="1" destOrd="0" presId="urn:microsoft.com/office/officeart/2005/8/layout/list1"/>
    <dgm:cxn modelId="{EC566931-8A50-4750-9F68-0547A0812C73}" srcId="{E348E560-4652-4AB2-AB77-BD2D26943C78}" destId="{2D2B778F-B0AD-4CF9-871D-38D3A4E0D0B3}" srcOrd="0" destOrd="0" parTransId="{EC5037C9-7C3B-4FA4-AA5A-7BCD4FF04FA2}" sibTransId="{2059BBA1-6B08-4B96-AC42-5E31D5D44ECB}"/>
    <dgm:cxn modelId="{EEC2FA5E-32FD-4BFF-9178-478B878A768C}" srcId="{2D2B778F-B0AD-4CF9-871D-38D3A4E0D0B3}" destId="{AC34C26F-78E4-4958-87F8-A551B86727C2}" srcOrd="0" destOrd="0" parTransId="{367B44BE-DC61-4746-816E-DA1BF0F6C3CC}" sibTransId="{F46DA694-6A9A-4508-8F8E-25CA049CA96D}"/>
    <dgm:cxn modelId="{13DDF36F-EDEC-4132-A218-C8B52B7B1005}" type="presOf" srcId="{2D2B778F-B0AD-4CF9-871D-38D3A4E0D0B3}" destId="{4ECA1E21-249F-4631-9774-AFAD9BE35B10}" srcOrd="0" destOrd="0" presId="urn:microsoft.com/office/officeart/2005/8/layout/list1"/>
    <dgm:cxn modelId="{0799F073-47FF-48B8-B172-E71C536D6E1B}" type="presOf" srcId="{E348E560-4652-4AB2-AB77-BD2D26943C78}" destId="{BB428B8B-8391-42F0-B9D7-96637D01C95E}" srcOrd="0" destOrd="0" presId="urn:microsoft.com/office/officeart/2005/8/layout/list1"/>
    <dgm:cxn modelId="{7CE4BA9C-81DD-4340-9FD0-B57A2E82A402}" type="presOf" srcId="{0CC4A5D0-361B-4D80-8A8F-82C4ED574466}" destId="{C266B18F-614A-4243-AFE2-143BDE157381}" srcOrd="1" destOrd="0" presId="urn:microsoft.com/office/officeart/2005/8/layout/list1"/>
    <dgm:cxn modelId="{31A64EE5-403D-43DE-8B77-538C6C555448}" srcId="{E348E560-4652-4AB2-AB77-BD2D26943C78}" destId="{0CC4A5D0-361B-4D80-8A8F-82C4ED574466}" srcOrd="1" destOrd="0" parTransId="{754F0EF4-E40E-4421-8735-C4B299C7B93D}" sibTransId="{EFC394B2-F48F-41A9-A50C-1CC6D1FDB846}"/>
    <dgm:cxn modelId="{52078AE7-FE6A-4683-A24E-30541BA24550}" type="presOf" srcId="{AC34C26F-78E4-4958-87F8-A551B86727C2}" destId="{8B8BA583-D036-44C7-9EFF-7E382006F8EB}" srcOrd="0" destOrd="0" presId="urn:microsoft.com/office/officeart/2005/8/layout/list1"/>
    <dgm:cxn modelId="{834DE7EC-A7E8-491D-8965-9E72FDB8B027}" type="presOf" srcId="{19E7EB5B-D571-4ACB-91CC-206C25D6CF45}" destId="{8B8BA583-D036-44C7-9EFF-7E382006F8EB}" srcOrd="0" destOrd="1" presId="urn:microsoft.com/office/officeart/2005/8/layout/list1"/>
    <dgm:cxn modelId="{49ED2747-B2D0-4104-A622-DA04C69BC5E0}" type="presParOf" srcId="{BB428B8B-8391-42F0-B9D7-96637D01C95E}" destId="{988AC86B-85D2-4987-B055-03E515AD760F}" srcOrd="0" destOrd="0" presId="urn:microsoft.com/office/officeart/2005/8/layout/list1"/>
    <dgm:cxn modelId="{8B24E6D2-F27B-4AE6-93B8-E4B52E871CF0}" type="presParOf" srcId="{988AC86B-85D2-4987-B055-03E515AD760F}" destId="{4ECA1E21-249F-4631-9774-AFAD9BE35B10}" srcOrd="0" destOrd="0" presId="urn:microsoft.com/office/officeart/2005/8/layout/list1"/>
    <dgm:cxn modelId="{CB660055-71E5-461A-914D-7E0554BEB2CB}" type="presParOf" srcId="{988AC86B-85D2-4987-B055-03E515AD760F}" destId="{E6506286-F065-4668-B3B7-CF7BC9630185}" srcOrd="1" destOrd="0" presId="urn:microsoft.com/office/officeart/2005/8/layout/list1"/>
    <dgm:cxn modelId="{739EA013-7B69-4D93-AB36-8F2D7571BFB8}" type="presParOf" srcId="{BB428B8B-8391-42F0-B9D7-96637D01C95E}" destId="{A888D990-96DF-4474-BFEE-F45E533E31CC}" srcOrd="1" destOrd="0" presId="urn:microsoft.com/office/officeart/2005/8/layout/list1"/>
    <dgm:cxn modelId="{B26580B0-DFB2-4993-AC68-5587E22161A4}" type="presParOf" srcId="{BB428B8B-8391-42F0-B9D7-96637D01C95E}" destId="{8B8BA583-D036-44C7-9EFF-7E382006F8EB}" srcOrd="2" destOrd="0" presId="urn:microsoft.com/office/officeart/2005/8/layout/list1"/>
    <dgm:cxn modelId="{FDA12962-5132-4B4A-BC2A-701BFAFE5FBB}" type="presParOf" srcId="{BB428B8B-8391-42F0-B9D7-96637D01C95E}" destId="{17EB7892-9819-492A-B253-D2A9AB98CBF6}" srcOrd="3" destOrd="0" presId="urn:microsoft.com/office/officeart/2005/8/layout/list1"/>
    <dgm:cxn modelId="{06B10017-37FE-4D1F-B480-3BA44725A619}" type="presParOf" srcId="{BB428B8B-8391-42F0-B9D7-96637D01C95E}" destId="{2EE6E727-E5A4-4ED7-9400-AF271250401D}" srcOrd="4" destOrd="0" presId="urn:microsoft.com/office/officeart/2005/8/layout/list1"/>
    <dgm:cxn modelId="{3BBB7EA7-E154-43A4-8212-7D70273435EA}" type="presParOf" srcId="{2EE6E727-E5A4-4ED7-9400-AF271250401D}" destId="{A2AF7BA2-7D54-4992-AC68-6C932D786E60}" srcOrd="0" destOrd="0" presId="urn:microsoft.com/office/officeart/2005/8/layout/list1"/>
    <dgm:cxn modelId="{43020C75-4CDA-4571-80C6-43AD0D4CBFE0}" type="presParOf" srcId="{2EE6E727-E5A4-4ED7-9400-AF271250401D}" destId="{C266B18F-614A-4243-AFE2-143BDE157381}" srcOrd="1" destOrd="0" presId="urn:microsoft.com/office/officeart/2005/8/layout/list1"/>
    <dgm:cxn modelId="{CE044CD0-37D3-4E31-B118-2DEF7AE7BF7C}" type="presParOf" srcId="{BB428B8B-8391-42F0-B9D7-96637D01C95E}" destId="{BB6B5650-3987-4EB1-A27D-143F7A0C4131}" srcOrd="5" destOrd="0" presId="urn:microsoft.com/office/officeart/2005/8/layout/list1"/>
    <dgm:cxn modelId="{630CD213-FBA6-4722-ACAD-E599C76DC535}" type="presParOf" srcId="{BB428B8B-8391-42F0-B9D7-96637D01C95E}" destId="{EB54E0E6-3F9C-4636-9EBE-E33802188B2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126A50-82E2-4FBC-BC70-FEBD6B2B279F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3CE58088-96CB-4D9A-9A03-700CE5E17411}">
      <dgm:prSet/>
      <dgm:spPr/>
      <dgm:t>
        <a:bodyPr/>
        <a:lstStyle/>
        <a:p>
          <a:pPr>
            <a:defRPr cap="all"/>
          </a:pPr>
          <a:r>
            <a:rPr lang="en-US" b="1" dirty="0" err="1">
              <a:latin typeface="JetBrainsMono NF"/>
            </a:rPr>
            <a:t>Před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počítači</a:t>
          </a:r>
          <a:r>
            <a:rPr lang="en-US" b="1" dirty="0">
              <a:latin typeface="JetBrainsMono NF"/>
            </a:rPr>
            <a:t>: </a:t>
          </a:r>
          <a:r>
            <a:rPr lang="en-US" b="1" dirty="0" err="1">
              <a:latin typeface="JetBrainsMono NF"/>
            </a:rPr>
            <a:t>fyzické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tabulky</a:t>
          </a:r>
          <a:r>
            <a:rPr lang="en-US" b="1" dirty="0">
              <a:latin typeface="JetBrainsMono NF"/>
            </a:rPr>
            <a:t> (</a:t>
          </a:r>
          <a:r>
            <a:rPr lang="en-US" b="1" dirty="0" err="1">
              <a:latin typeface="JetBrainsMono NF"/>
            </a:rPr>
            <a:t>kniha</a:t>
          </a:r>
          <a:r>
            <a:rPr lang="en-US" b="1" dirty="0">
              <a:latin typeface="JetBrainsMono NF"/>
            </a:rPr>
            <a:t> A million Random Digits, 1955)</a:t>
          </a:r>
        </a:p>
      </dgm:t>
    </dgm:pt>
    <dgm:pt modelId="{D7D41B82-77F0-42FA-83E7-6B712414AD02}" type="parTrans" cxnId="{8C4A2E51-6D04-4668-B14A-49E6C404DA88}">
      <dgm:prSet/>
      <dgm:spPr/>
      <dgm:t>
        <a:bodyPr/>
        <a:lstStyle/>
        <a:p>
          <a:endParaRPr lang="en-US"/>
        </a:p>
      </dgm:t>
    </dgm:pt>
    <dgm:pt modelId="{7C043884-324B-4507-B7EA-383AF62643D0}" type="sibTrans" cxnId="{8C4A2E51-6D04-4668-B14A-49E6C404DA88}">
      <dgm:prSet/>
      <dgm:spPr/>
      <dgm:t>
        <a:bodyPr/>
        <a:lstStyle/>
        <a:p>
          <a:endParaRPr lang="en-US"/>
        </a:p>
      </dgm:t>
    </dgm:pt>
    <dgm:pt modelId="{276607AE-D963-4CED-8681-8012F35340B6}">
      <dgm:prSet/>
      <dgm:spPr/>
      <dgm:t>
        <a:bodyPr/>
        <a:lstStyle/>
        <a:p>
          <a:pPr>
            <a:defRPr cap="all"/>
          </a:pPr>
          <a:r>
            <a:rPr lang="en-US" b="1" dirty="0">
              <a:latin typeface="JetBrainsMono NF"/>
            </a:rPr>
            <a:t>John Von Neumann: </a:t>
          </a:r>
          <a:r>
            <a:rPr lang="en-US" b="1" dirty="0" err="1">
              <a:latin typeface="JetBrainsMono NF"/>
            </a:rPr>
            <a:t>metoda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prostředních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čtverců</a:t>
          </a:r>
          <a:r>
            <a:rPr lang="en-US" b="1" dirty="0">
              <a:latin typeface="JetBrainsMono NF"/>
            </a:rPr>
            <a:t> – </a:t>
          </a:r>
          <a:r>
            <a:rPr lang="en-US" b="1" dirty="0" err="1">
              <a:latin typeface="JetBrainsMono NF"/>
            </a:rPr>
            <a:t>první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generování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čísel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algoritmem</a:t>
          </a:r>
          <a:endParaRPr lang="en-US" b="1" dirty="0">
            <a:latin typeface="JetBrainsMono NF"/>
          </a:endParaRPr>
        </a:p>
      </dgm:t>
    </dgm:pt>
    <dgm:pt modelId="{A35527B1-8504-4CEF-99BD-88FF75F93B96}" type="parTrans" cxnId="{12FAD81C-7EF1-4E1A-90C4-4CB08C224157}">
      <dgm:prSet/>
      <dgm:spPr/>
      <dgm:t>
        <a:bodyPr/>
        <a:lstStyle/>
        <a:p>
          <a:endParaRPr lang="en-US"/>
        </a:p>
      </dgm:t>
    </dgm:pt>
    <dgm:pt modelId="{41BA08E5-0E11-4853-ACE3-D8AB1B7871D0}" type="sibTrans" cxnId="{12FAD81C-7EF1-4E1A-90C4-4CB08C224157}">
      <dgm:prSet/>
      <dgm:spPr/>
      <dgm:t>
        <a:bodyPr/>
        <a:lstStyle/>
        <a:p>
          <a:endParaRPr lang="en-US"/>
        </a:p>
      </dgm:t>
    </dgm:pt>
    <dgm:pt modelId="{756E4AA0-A1FA-4095-BECC-68B8D9753ECA}">
      <dgm:prSet/>
      <dgm:spPr/>
      <dgm:t>
        <a:bodyPr/>
        <a:lstStyle/>
        <a:p>
          <a:pPr>
            <a:defRPr cap="all"/>
          </a:pPr>
          <a:r>
            <a:rPr lang="en-US" b="1" dirty="0" err="1">
              <a:latin typeface="JetBrainsMono NF"/>
            </a:rPr>
            <a:t>Hlavní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problém</a:t>
          </a:r>
          <a:r>
            <a:rPr lang="en-US" b="1" dirty="0">
              <a:latin typeface="JetBrainsMono NF"/>
            </a:rPr>
            <a:t>: </a:t>
          </a:r>
          <a:r>
            <a:rPr lang="en-US" b="1" dirty="0" err="1">
              <a:latin typeface="JetBrainsMono NF"/>
            </a:rPr>
            <a:t>krátká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perioda</a:t>
          </a:r>
          <a:endParaRPr lang="en-US" b="1" dirty="0">
            <a:latin typeface="JetBrainsMono NF"/>
          </a:endParaRPr>
        </a:p>
      </dgm:t>
    </dgm:pt>
    <dgm:pt modelId="{46FEBDED-35F7-4FA3-A040-64F218A10C91}" type="parTrans" cxnId="{29CE88DF-3675-4D8C-B741-9A84BCF45A86}">
      <dgm:prSet/>
      <dgm:spPr/>
      <dgm:t>
        <a:bodyPr/>
        <a:lstStyle/>
        <a:p>
          <a:endParaRPr lang="en-US"/>
        </a:p>
      </dgm:t>
    </dgm:pt>
    <dgm:pt modelId="{9A4B67A5-C5DF-41FD-A076-568941D8632C}" type="sibTrans" cxnId="{29CE88DF-3675-4D8C-B741-9A84BCF45A86}">
      <dgm:prSet/>
      <dgm:spPr/>
      <dgm:t>
        <a:bodyPr/>
        <a:lstStyle/>
        <a:p>
          <a:endParaRPr lang="en-US"/>
        </a:p>
      </dgm:t>
    </dgm:pt>
    <dgm:pt modelId="{2C6CB829-A809-44B9-826D-B5B61A6683EF}" type="pres">
      <dgm:prSet presAssocID="{D2126A50-82E2-4FBC-BC70-FEBD6B2B279F}" presName="root" presStyleCnt="0">
        <dgm:presLayoutVars>
          <dgm:dir/>
          <dgm:resizeHandles val="exact"/>
        </dgm:presLayoutVars>
      </dgm:prSet>
      <dgm:spPr/>
    </dgm:pt>
    <dgm:pt modelId="{D77EC80A-7943-4189-9B76-EBDEFF0FF83F}" type="pres">
      <dgm:prSet presAssocID="{3CE58088-96CB-4D9A-9A03-700CE5E17411}" presName="compNode" presStyleCnt="0"/>
      <dgm:spPr/>
    </dgm:pt>
    <dgm:pt modelId="{E878CBB0-EA0B-449F-87BC-E251C0FD75CA}" type="pres">
      <dgm:prSet presAssocID="{3CE58088-96CB-4D9A-9A03-700CE5E17411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1908DEFC-D248-4690-BA5B-34AF6FF8A0DB}" type="pres">
      <dgm:prSet presAssocID="{3CE58088-96CB-4D9A-9A03-700CE5E1741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čítač"/>
        </a:ext>
      </dgm:extLst>
    </dgm:pt>
    <dgm:pt modelId="{4D47173A-7975-4A50-AAF4-D7CB8C542152}" type="pres">
      <dgm:prSet presAssocID="{3CE58088-96CB-4D9A-9A03-700CE5E17411}" presName="spaceRect" presStyleCnt="0"/>
      <dgm:spPr/>
    </dgm:pt>
    <dgm:pt modelId="{8CF9282E-0822-4E1D-973C-ED203D407E39}" type="pres">
      <dgm:prSet presAssocID="{3CE58088-96CB-4D9A-9A03-700CE5E17411}" presName="textRect" presStyleLbl="revTx" presStyleIdx="0" presStyleCnt="3">
        <dgm:presLayoutVars>
          <dgm:chMax val="1"/>
          <dgm:chPref val="1"/>
        </dgm:presLayoutVars>
      </dgm:prSet>
      <dgm:spPr/>
    </dgm:pt>
    <dgm:pt modelId="{672CB7AB-61DC-491A-B807-94CC7FF2D40E}" type="pres">
      <dgm:prSet presAssocID="{7C043884-324B-4507-B7EA-383AF62643D0}" presName="sibTrans" presStyleCnt="0"/>
      <dgm:spPr/>
    </dgm:pt>
    <dgm:pt modelId="{84C6A61E-AFF3-4ACA-A842-F15B4D67EE50}" type="pres">
      <dgm:prSet presAssocID="{276607AE-D963-4CED-8681-8012F35340B6}" presName="compNode" presStyleCnt="0"/>
      <dgm:spPr/>
    </dgm:pt>
    <dgm:pt modelId="{EEE0BEDD-73BC-4B05-BF4A-3F36742B3B47}" type="pres">
      <dgm:prSet presAssocID="{276607AE-D963-4CED-8681-8012F35340B6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FDEB2B42-5703-4D7B-A113-E5AA516513A9}" type="pres">
      <dgm:prSet presAssocID="{276607AE-D963-4CED-8681-8012F35340B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"/>
        </a:ext>
      </dgm:extLst>
    </dgm:pt>
    <dgm:pt modelId="{972C3C77-5E45-459C-B009-FA3563EE56C2}" type="pres">
      <dgm:prSet presAssocID="{276607AE-D963-4CED-8681-8012F35340B6}" presName="spaceRect" presStyleCnt="0"/>
      <dgm:spPr/>
    </dgm:pt>
    <dgm:pt modelId="{C8F07FD2-A910-4851-9C82-C520426A4701}" type="pres">
      <dgm:prSet presAssocID="{276607AE-D963-4CED-8681-8012F35340B6}" presName="textRect" presStyleLbl="revTx" presStyleIdx="1" presStyleCnt="3">
        <dgm:presLayoutVars>
          <dgm:chMax val="1"/>
          <dgm:chPref val="1"/>
        </dgm:presLayoutVars>
      </dgm:prSet>
      <dgm:spPr/>
    </dgm:pt>
    <dgm:pt modelId="{2C45663F-37F4-4F18-BE5F-34C6D468EE93}" type="pres">
      <dgm:prSet presAssocID="{41BA08E5-0E11-4853-ACE3-D8AB1B7871D0}" presName="sibTrans" presStyleCnt="0"/>
      <dgm:spPr/>
    </dgm:pt>
    <dgm:pt modelId="{F5D5AC9E-AF80-478B-A4E0-D38BE24EFFF2}" type="pres">
      <dgm:prSet presAssocID="{756E4AA0-A1FA-4095-BECC-68B8D9753ECA}" presName="compNode" presStyleCnt="0"/>
      <dgm:spPr/>
    </dgm:pt>
    <dgm:pt modelId="{5A4895D5-B5D8-45C6-A250-89C2959EF273}" type="pres">
      <dgm:prSet presAssocID="{756E4AA0-A1FA-4095-BECC-68B8D9753ECA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E3444E96-2F6D-4A34-A77A-18E9273634E9}" type="pres">
      <dgm:prSet presAssocID="{756E4AA0-A1FA-4095-BECC-68B8D9753EC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esky"/>
        </a:ext>
      </dgm:extLst>
    </dgm:pt>
    <dgm:pt modelId="{964A5A42-CA26-41E9-938F-FFBDEE6B110B}" type="pres">
      <dgm:prSet presAssocID="{756E4AA0-A1FA-4095-BECC-68B8D9753ECA}" presName="spaceRect" presStyleCnt="0"/>
      <dgm:spPr/>
    </dgm:pt>
    <dgm:pt modelId="{B5955F5D-BF62-4ECA-B4F9-183FE2023A01}" type="pres">
      <dgm:prSet presAssocID="{756E4AA0-A1FA-4095-BECC-68B8D9753EC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66C16C1C-0C7E-4417-A189-6F1A70415F35}" type="presOf" srcId="{756E4AA0-A1FA-4095-BECC-68B8D9753ECA}" destId="{B5955F5D-BF62-4ECA-B4F9-183FE2023A01}" srcOrd="0" destOrd="0" presId="urn:microsoft.com/office/officeart/2018/5/layout/IconLeafLabelList"/>
    <dgm:cxn modelId="{12FAD81C-7EF1-4E1A-90C4-4CB08C224157}" srcId="{D2126A50-82E2-4FBC-BC70-FEBD6B2B279F}" destId="{276607AE-D963-4CED-8681-8012F35340B6}" srcOrd="1" destOrd="0" parTransId="{A35527B1-8504-4CEF-99BD-88FF75F93B96}" sibTransId="{41BA08E5-0E11-4853-ACE3-D8AB1B7871D0}"/>
    <dgm:cxn modelId="{8C4A2E51-6D04-4668-B14A-49E6C404DA88}" srcId="{D2126A50-82E2-4FBC-BC70-FEBD6B2B279F}" destId="{3CE58088-96CB-4D9A-9A03-700CE5E17411}" srcOrd="0" destOrd="0" parTransId="{D7D41B82-77F0-42FA-83E7-6B712414AD02}" sibTransId="{7C043884-324B-4507-B7EA-383AF62643D0}"/>
    <dgm:cxn modelId="{F3AF3693-424B-4B7D-B695-D458F590C27E}" type="presOf" srcId="{276607AE-D963-4CED-8681-8012F35340B6}" destId="{C8F07FD2-A910-4851-9C82-C520426A4701}" srcOrd="0" destOrd="0" presId="urn:microsoft.com/office/officeart/2018/5/layout/IconLeafLabelList"/>
    <dgm:cxn modelId="{FE04819B-3C24-4B9A-9751-C777A281DD51}" type="presOf" srcId="{D2126A50-82E2-4FBC-BC70-FEBD6B2B279F}" destId="{2C6CB829-A809-44B9-826D-B5B61A6683EF}" srcOrd="0" destOrd="0" presId="urn:microsoft.com/office/officeart/2018/5/layout/IconLeafLabelList"/>
    <dgm:cxn modelId="{29CE88DF-3675-4D8C-B741-9A84BCF45A86}" srcId="{D2126A50-82E2-4FBC-BC70-FEBD6B2B279F}" destId="{756E4AA0-A1FA-4095-BECC-68B8D9753ECA}" srcOrd="2" destOrd="0" parTransId="{46FEBDED-35F7-4FA3-A040-64F218A10C91}" sibTransId="{9A4B67A5-C5DF-41FD-A076-568941D8632C}"/>
    <dgm:cxn modelId="{ABC657E8-B573-4BD2-ACDD-951EDD1751FE}" type="presOf" srcId="{3CE58088-96CB-4D9A-9A03-700CE5E17411}" destId="{8CF9282E-0822-4E1D-973C-ED203D407E39}" srcOrd="0" destOrd="0" presId="urn:microsoft.com/office/officeart/2018/5/layout/IconLeafLabelList"/>
    <dgm:cxn modelId="{929D780D-260E-4B51-9DF4-BC5BA5874375}" type="presParOf" srcId="{2C6CB829-A809-44B9-826D-B5B61A6683EF}" destId="{D77EC80A-7943-4189-9B76-EBDEFF0FF83F}" srcOrd="0" destOrd="0" presId="urn:microsoft.com/office/officeart/2018/5/layout/IconLeafLabelList"/>
    <dgm:cxn modelId="{44F5BD11-5D8D-4B70-A4B4-FCBA9745A46A}" type="presParOf" srcId="{D77EC80A-7943-4189-9B76-EBDEFF0FF83F}" destId="{E878CBB0-EA0B-449F-87BC-E251C0FD75CA}" srcOrd="0" destOrd="0" presId="urn:microsoft.com/office/officeart/2018/5/layout/IconLeafLabelList"/>
    <dgm:cxn modelId="{3EB74325-5D0A-4582-9514-20DB9007FB94}" type="presParOf" srcId="{D77EC80A-7943-4189-9B76-EBDEFF0FF83F}" destId="{1908DEFC-D248-4690-BA5B-34AF6FF8A0DB}" srcOrd="1" destOrd="0" presId="urn:microsoft.com/office/officeart/2018/5/layout/IconLeafLabelList"/>
    <dgm:cxn modelId="{F8BC1F00-8FD8-423C-AA82-3CFDFA70635A}" type="presParOf" srcId="{D77EC80A-7943-4189-9B76-EBDEFF0FF83F}" destId="{4D47173A-7975-4A50-AAF4-D7CB8C542152}" srcOrd="2" destOrd="0" presId="urn:microsoft.com/office/officeart/2018/5/layout/IconLeafLabelList"/>
    <dgm:cxn modelId="{D7B782FF-B382-4C62-93B4-B36A83B0B8EA}" type="presParOf" srcId="{D77EC80A-7943-4189-9B76-EBDEFF0FF83F}" destId="{8CF9282E-0822-4E1D-973C-ED203D407E39}" srcOrd="3" destOrd="0" presId="urn:microsoft.com/office/officeart/2018/5/layout/IconLeafLabelList"/>
    <dgm:cxn modelId="{18C4E436-8B0B-4626-8A0B-FF4D3031DDFC}" type="presParOf" srcId="{2C6CB829-A809-44B9-826D-B5B61A6683EF}" destId="{672CB7AB-61DC-491A-B807-94CC7FF2D40E}" srcOrd="1" destOrd="0" presId="urn:microsoft.com/office/officeart/2018/5/layout/IconLeafLabelList"/>
    <dgm:cxn modelId="{9DAC7E85-9956-4B46-A2F3-1E70F162D402}" type="presParOf" srcId="{2C6CB829-A809-44B9-826D-B5B61A6683EF}" destId="{84C6A61E-AFF3-4ACA-A842-F15B4D67EE50}" srcOrd="2" destOrd="0" presId="urn:microsoft.com/office/officeart/2018/5/layout/IconLeafLabelList"/>
    <dgm:cxn modelId="{1AF2FF34-DC7C-444F-A322-9742AE41F2A0}" type="presParOf" srcId="{84C6A61E-AFF3-4ACA-A842-F15B4D67EE50}" destId="{EEE0BEDD-73BC-4B05-BF4A-3F36742B3B47}" srcOrd="0" destOrd="0" presId="urn:microsoft.com/office/officeart/2018/5/layout/IconLeafLabelList"/>
    <dgm:cxn modelId="{6459FD6C-3EF6-4E19-ACAA-DCA412C880C7}" type="presParOf" srcId="{84C6A61E-AFF3-4ACA-A842-F15B4D67EE50}" destId="{FDEB2B42-5703-4D7B-A113-E5AA516513A9}" srcOrd="1" destOrd="0" presId="urn:microsoft.com/office/officeart/2018/5/layout/IconLeafLabelList"/>
    <dgm:cxn modelId="{7EDAB902-7F8F-44CE-A22A-52C443E21AB5}" type="presParOf" srcId="{84C6A61E-AFF3-4ACA-A842-F15B4D67EE50}" destId="{972C3C77-5E45-459C-B009-FA3563EE56C2}" srcOrd="2" destOrd="0" presId="urn:microsoft.com/office/officeart/2018/5/layout/IconLeafLabelList"/>
    <dgm:cxn modelId="{E611665F-561E-4121-85CA-820853D21911}" type="presParOf" srcId="{84C6A61E-AFF3-4ACA-A842-F15B4D67EE50}" destId="{C8F07FD2-A910-4851-9C82-C520426A4701}" srcOrd="3" destOrd="0" presId="urn:microsoft.com/office/officeart/2018/5/layout/IconLeafLabelList"/>
    <dgm:cxn modelId="{A197A560-DC25-468B-BBAE-569D19ECE4D2}" type="presParOf" srcId="{2C6CB829-A809-44B9-826D-B5B61A6683EF}" destId="{2C45663F-37F4-4F18-BE5F-34C6D468EE93}" srcOrd="3" destOrd="0" presId="urn:microsoft.com/office/officeart/2018/5/layout/IconLeafLabelList"/>
    <dgm:cxn modelId="{D3F71356-6D5A-40EC-8B7A-9D3C7DC11F80}" type="presParOf" srcId="{2C6CB829-A809-44B9-826D-B5B61A6683EF}" destId="{F5D5AC9E-AF80-478B-A4E0-D38BE24EFFF2}" srcOrd="4" destOrd="0" presId="urn:microsoft.com/office/officeart/2018/5/layout/IconLeafLabelList"/>
    <dgm:cxn modelId="{1907DF65-F0B8-46BA-AF83-3313D1652F48}" type="presParOf" srcId="{F5D5AC9E-AF80-478B-A4E0-D38BE24EFFF2}" destId="{5A4895D5-B5D8-45C6-A250-89C2959EF273}" srcOrd="0" destOrd="0" presId="urn:microsoft.com/office/officeart/2018/5/layout/IconLeafLabelList"/>
    <dgm:cxn modelId="{BA1EF1F3-8D37-42AD-AA9D-5A4CD46D57F1}" type="presParOf" srcId="{F5D5AC9E-AF80-478B-A4E0-D38BE24EFFF2}" destId="{E3444E96-2F6D-4A34-A77A-18E9273634E9}" srcOrd="1" destOrd="0" presId="urn:microsoft.com/office/officeart/2018/5/layout/IconLeafLabelList"/>
    <dgm:cxn modelId="{F67BC578-3C20-44A0-95F8-EDF56FED82DA}" type="presParOf" srcId="{F5D5AC9E-AF80-478B-A4E0-D38BE24EFFF2}" destId="{964A5A42-CA26-41E9-938F-FFBDEE6B110B}" srcOrd="2" destOrd="0" presId="urn:microsoft.com/office/officeart/2018/5/layout/IconLeafLabelList"/>
    <dgm:cxn modelId="{59F04A20-FFBF-4263-A9DE-8655CE8A9AB9}" type="presParOf" srcId="{F5D5AC9E-AF80-478B-A4E0-D38BE24EFFF2}" destId="{B5955F5D-BF62-4ECA-B4F9-183FE2023A01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CFBBCDD-2F8B-4785-B1A4-F6616BE4FBD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6E8588-B970-4559-9592-BBE83B75985D}">
      <dgm:prSet/>
      <dgm:spPr/>
      <dgm:t>
        <a:bodyPr/>
        <a:lstStyle/>
        <a:p>
          <a:r>
            <a:rPr lang="en-US" b="0" dirty="0" err="1">
              <a:latin typeface="JetBrainsMono NF"/>
            </a:rPr>
            <a:t>Základní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způsob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generování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náhodných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čísel</a:t>
          </a:r>
          <a:endParaRPr lang="en-US" dirty="0">
            <a:latin typeface="JetBrainsMono NF"/>
          </a:endParaRPr>
        </a:p>
      </dgm:t>
    </dgm:pt>
    <dgm:pt modelId="{6E4FAFEE-98C9-4A38-9AEF-91FA9D396CA0}" type="parTrans" cxnId="{CE6F908E-D61C-46EF-855A-333BC1C7B85D}">
      <dgm:prSet/>
      <dgm:spPr/>
      <dgm:t>
        <a:bodyPr/>
        <a:lstStyle/>
        <a:p>
          <a:endParaRPr lang="en-US"/>
        </a:p>
      </dgm:t>
    </dgm:pt>
    <dgm:pt modelId="{3AA527B9-65C0-4819-916D-36E64578A174}" type="sibTrans" cxnId="{CE6F908E-D61C-46EF-855A-333BC1C7B85D}">
      <dgm:prSet/>
      <dgm:spPr/>
      <dgm:t>
        <a:bodyPr/>
        <a:lstStyle/>
        <a:p>
          <a:endParaRPr lang="en-US"/>
        </a:p>
      </dgm:t>
    </dgm:pt>
    <dgm:pt modelId="{F91A7062-9B1A-46A9-85AA-0E77A4C86775}">
      <dgm:prSet/>
      <dgm:spPr/>
      <dgm:t>
        <a:bodyPr/>
        <a:lstStyle/>
        <a:p>
          <a:r>
            <a:rPr lang="en-US" b="0" dirty="0" err="1">
              <a:latin typeface="JetBrainsMono NF"/>
            </a:rPr>
            <a:t>Velmi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jednoduchá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funkce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generátoru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náhodných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čísel</a:t>
          </a:r>
          <a:endParaRPr lang="en-US" dirty="0">
            <a:latin typeface="JetBrainsMono NF"/>
          </a:endParaRPr>
        </a:p>
      </dgm:t>
    </dgm:pt>
    <dgm:pt modelId="{C66E4E6D-2DC4-4E9D-8D08-30457B71B151}" type="parTrans" cxnId="{E9724BE8-5DCF-485D-A066-2D64FD1DD8F5}">
      <dgm:prSet/>
      <dgm:spPr/>
      <dgm:t>
        <a:bodyPr/>
        <a:lstStyle/>
        <a:p>
          <a:endParaRPr lang="en-US"/>
        </a:p>
      </dgm:t>
    </dgm:pt>
    <dgm:pt modelId="{9565A8D4-911A-4844-B0F2-EBD5430CBB81}" type="sibTrans" cxnId="{E9724BE8-5DCF-485D-A066-2D64FD1DD8F5}">
      <dgm:prSet/>
      <dgm:spPr/>
      <dgm:t>
        <a:bodyPr/>
        <a:lstStyle/>
        <a:p>
          <a:endParaRPr lang="en-US"/>
        </a:p>
      </dgm:t>
    </dgm:pt>
    <dgm:pt modelId="{40DE7E23-2C7C-4F71-8552-98F129B33979}" type="pres">
      <dgm:prSet presAssocID="{CCFBBCDD-2F8B-4785-B1A4-F6616BE4FBD0}" presName="linear" presStyleCnt="0">
        <dgm:presLayoutVars>
          <dgm:animLvl val="lvl"/>
          <dgm:resizeHandles val="exact"/>
        </dgm:presLayoutVars>
      </dgm:prSet>
      <dgm:spPr/>
    </dgm:pt>
    <dgm:pt modelId="{3F520F78-57E5-458A-81AD-B93F5A6094BD}" type="pres">
      <dgm:prSet presAssocID="{5D6E8588-B970-4559-9592-BBE83B75985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1CA72D8A-4749-49E7-8013-47D989145272}" type="pres">
      <dgm:prSet presAssocID="{3AA527B9-65C0-4819-916D-36E64578A174}" presName="spacer" presStyleCnt="0"/>
      <dgm:spPr/>
    </dgm:pt>
    <dgm:pt modelId="{9A20911B-9D66-49C4-9972-4CACD8B8CE7F}" type="pres">
      <dgm:prSet presAssocID="{F91A7062-9B1A-46A9-85AA-0E77A4C86775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A11EBC31-73EA-4443-963F-2339DE7EEC8C}" type="presOf" srcId="{F91A7062-9B1A-46A9-85AA-0E77A4C86775}" destId="{9A20911B-9D66-49C4-9972-4CACD8B8CE7F}" srcOrd="0" destOrd="0" presId="urn:microsoft.com/office/officeart/2005/8/layout/vList2"/>
    <dgm:cxn modelId="{BB1E255A-8849-4957-914F-53CC1645A062}" type="presOf" srcId="{CCFBBCDD-2F8B-4785-B1A4-F6616BE4FBD0}" destId="{40DE7E23-2C7C-4F71-8552-98F129B33979}" srcOrd="0" destOrd="0" presId="urn:microsoft.com/office/officeart/2005/8/layout/vList2"/>
    <dgm:cxn modelId="{CE6F908E-D61C-46EF-855A-333BC1C7B85D}" srcId="{CCFBBCDD-2F8B-4785-B1A4-F6616BE4FBD0}" destId="{5D6E8588-B970-4559-9592-BBE83B75985D}" srcOrd="0" destOrd="0" parTransId="{6E4FAFEE-98C9-4A38-9AEF-91FA9D396CA0}" sibTransId="{3AA527B9-65C0-4819-916D-36E64578A174}"/>
    <dgm:cxn modelId="{B9FB59B8-E914-458A-AD6B-3CDBA2CB3D3A}" type="presOf" srcId="{5D6E8588-B970-4559-9592-BBE83B75985D}" destId="{3F520F78-57E5-458A-81AD-B93F5A6094BD}" srcOrd="0" destOrd="0" presId="urn:microsoft.com/office/officeart/2005/8/layout/vList2"/>
    <dgm:cxn modelId="{E9724BE8-5DCF-485D-A066-2D64FD1DD8F5}" srcId="{CCFBBCDD-2F8B-4785-B1A4-F6616BE4FBD0}" destId="{F91A7062-9B1A-46A9-85AA-0E77A4C86775}" srcOrd="1" destOrd="0" parTransId="{C66E4E6D-2DC4-4E9D-8D08-30457B71B151}" sibTransId="{9565A8D4-911A-4844-B0F2-EBD5430CBB81}"/>
    <dgm:cxn modelId="{A7229B51-238D-47AD-ABAA-DD01E5658AA3}" type="presParOf" srcId="{40DE7E23-2C7C-4F71-8552-98F129B33979}" destId="{3F520F78-57E5-458A-81AD-B93F5A6094BD}" srcOrd="0" destOrd="0" presId="urn:microsoft.com/office/officeart/2005/8/layout/vList2"/>
    <dgm:cxn modelId="{CF8A64C0-4C64-46C8-AC28-97DFCAA13747}" type="presParOf" srcId="{40DE7E23-2C7C-4F71-8552-98F129B33979}" destId="{1CA72D8A-4749-49E7-8013-47D989145272}" srcOrd="1" destOrd="0" presId="urn:microsoft.com/office/officeart/2005/8/layout/vList2"/>
    <dgm:cxn modelId="{74293D4E-13D9-4C49-B72F-14526ABF8085}" type="presParOf" srcId="{40DE7E23-2C7C-4F71-8552-98F129B33979}" destId="{9A20911B-9D66-49C4-9972-4CACD8B8CE7F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448A032-93DB-4A97-998F-9AF4451D9631}" type="doc">
      <dgm:prSet loTypeId="urn:microsoft.com/office/officeart/2005/8/layout/hierarchy3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D9104AA-2317-4F23-B33C-645D55A52B38}">
      <dgm:prSet/>
      <dgm:spPr/>
      <dgm:t>
        <a:bodyPr/>
        <a:lstStyle/>
        <a:p>
          <a:r>
            <a:rPr lang="cs-CZ" b="0" dirty="0">
              <a:latin typeface="JetBrainsMono NF"/>
            </a:rPr>
            <a:t>P</a:t>
          </a:r>
          <a:r>
            <a:rPr lang="en-US" b="0" dirty="0" err="1">
              <a:latin typeface="JetBrainsMono NF"/>
            </a:rPr>
            <a:t>očáteční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hodnota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algoritmu</a:t>
          </a:r>
          <a:endParaRPr lang="en-US" dirty="0">
            <a:latin typeface="JetBrainsMono NF"/>
          </a:endParaRPr>
        </a:p>
      </dgm:t>
    </dgm:pt>
    <dgm:pt modelId="{B15622EA-39F2-4A82-9E7D-2C1B0EFA9DAC}" type="parTrans" cxnId="{140ED1AD-BA90-48FB-93C3-CAFD8CE6CBE7}">
      <dgm:prSet/>
      <dgm:spPr/>
      <dgm:t>
        <a:bodyPr/>
        <a:lstStyle/>
        <a:p>
          <a:endParaRPr lang="en-US"/>
        </a:p>
      </dgm:t>
    </dgm:pt>
    <dgm:pt modelId="{758BF8E1-75F6-4D3D-B3EE-724398B701A0}" type="sibTrans" cxnId="{140ED1AD-BA90-48FB-93C3-CAFD8CE6CBE7}">
      <dgm:prSet/>
      <dgm:spPr/>
      <dgm:t>
        <a:bodyPr/>
        <a:lstStyle/>
        <a:p>
          <a:endParaRPr lang="en-US"/>
        </a:p>
      </dgm:t>
    </dgm:pt>
    <dgm:pt modelId="{71975BCA-EFB5-4524-A25A-B28FDEC3CADB}">
      <dgm:prSet/>
      <dgm:spPr/>
      <dgm:t>
        <a:bodyPr/>
        <a:lstStyle/>
        <a:p>
          <a:r>
            <a:rPr lang="en-US" b="0" dirty="0" err="1">
              <a:latin typeface="JetBrainsMono NF"/>
            </a:rPr>
            <a:t>Reprodukovatelnost</a:t>
          </a:r>
          <a:endParaRPr lang="en-US" dirty="0">
            <a:latin typeface="JetBrainsMono NF"/>
          </a:endParaRPr>
        </a:p>
      </dgm:t>
    </dgm:pt>
    <dgm:pt modelId="{E53082E1-9EFF-4FF7-A5F9-260428E06F25}" type="parTrans" cxnId="{BB6D4A73-6CA8-4A65-B410-117E9F841515}">
      <dgm:prSet/>
      <dgm:spPr/>
      <dgm:t>
        <a:bodyPr/>
        <a:lstStyle/>
        <a:p>
          <a:endParaRPr lang="en-US"/>
        </a:p>
      </dgm:t>
    </dgm:pt>
    <dgm:pt modelId="{B46254D3-4191-43A8-BB81-1F96F45DC9AE}" type="sibTrans" cxnId="{BB6D4A73-6CA8-4A65-B410-117E9F841515}">
      <dgm:prSet/>
      <dgm:spPr/>
      <dgm:t>
        <a:bodyPr/>
        <a:lstStyle/>
        <a:p>
          <a:endParaRPr lang="en-US"/>
        </a:p>
      </dgm:t>
    </dgm:pt>
    <dgm:pt modelId="{6A935420-C056-499F-84E6-C683129B46D7}">
      <dgm:prSet/>
      <dgm:spPr/>
      <dgm:t>
        <a:bodyPr/>
        <a:lstStyle/>
        <a:p>
          <a:r>
            <a:rPr lang="cs-CZ" dirty="0">
              <a:latin typeface="JetBrainsMono NF"/>
            </a:rPr>
            <a:t>Čas jako </a:t>
          </a:r>
          <a:r>
            <a:rPr lang="cs-CZ" dirty="0" err="1">
              <a:latin typeface="JetBrainsMono NF"/>
            </a:rPr>
            <a:t>seed</a:t>
          </a:r>
          <a:endParaRPr lang="en-US" dirty="0">
            <a:latin typeface="JetBrainsMono NF"/>
          </a:endParaRPr>
        </a:p>
      </dgm:t>
    </dgm:pt>
    <dgm:pt modelId="{93F9EB45-124C-4362-BC19-F904A0442293}" type="parTrans" cxnId="{D9F116E3-10C5-4D0C-A8DC-C7630731E2BB}">
      <dgm:prSet/>
      <dgm:spPr/>
      <dgm:t>
        <a:bodyPr/>
        <a:lstStyle/>
        <a:p>
          <a:endParaRPr lang="en-US"/>
        </a:p>
      </dgm:t>
    </dgm:pt>
    <dgm:pt modelId="{249151A7-49C7-4A81-B8D9-FA2253AF1ECF}" type="sibTrans" cxnId="{D9F116E3-10C5-4D0C-A8DC-C7630731E2BB}">
      <dgm:prSet/>
      <dgm:spPr/>
      <dgm:t>
        <a:bodyPr/>
        <a:lstStyle/>
        <a:p>
          <a:endParaRPr lang="en-US"/>
        </a:p>
      </dgm:t>
    </dgm:pt>
    <dgm:pt modelId="{2D900E4D-7660-401B-BE70-BBE92917147B}" type="pres">
      <dgm:prSet presAssocID="{E448A032-93DB-4A97-998F-9AF4451D963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5079A01-1774-4F15-BAEE-6505D64CF31E}" type="pres">
      <dgm:prSet presAssocID="{FD9104AA-2317-4F23-B33C-645D55A52B38}" presName="root" presStyleCnt="0"/>
      <dgm:spPr/>
    </dgm:pt>
    <dgm:pt modelId="{1B65251E-476E-4793-8E85-DD75C62F5FB2}" type="pres">
      <dgm:prSet presAssocID="{FD9104AA-2317-4F23-B33C-645D55A52B38}" presName="rootComposite" presStyleCnt="0"/>
      <dgm:spPr/>
    </dgm:pt>
    <dgm:pt modelId="{9F9CCC70-D191-41E1-9521-2AF6C3E90BA8}" type="pres">
      <dgm:prSet presAssocID="{FD9104AA-2317-4F23-B33C-645D55A52B38}" presName="rootText" presStyleLbl="node1" presStyleIdx="0" presStyleCnt="3"/>
      <dgm:spPr/>
    </dgm:pt>
    <dgm:pt modelId="{EC4E739A-CE6D-4404-9D4C-0F8EFEA682D1}" type="pres">
      <dgm:prSet presAssocID="{FD9104AA-2317-4F23-B33C-645D55A52B38}" presName="rootConnector" presStyleLbl="node1" presStyleIdx="0" presStyleCnt="3"/>
      <dgm:spPr/>
    </dgm:pt>
    <dgm:pt modelId="{741893C8-70D2-4859-AC94-87BE3B4DA3A6}" type="pres">
      <dgm:prSet presAssocID="{FD9104AA-2317-4F23-B33C-645D55A52B38}" presName="childShape" presStyleCnt="0"/>
      <dgm:spPr/>
    </dgm:pt>
    <dgm:pt modelId="{258F258F-CA97-41C3-B55E-17C2AC51393B}" type="pres">
      <dgm:prSet presAssocID="{71975BCA-EFB5-4524-A25A-B28FDEC3CADB}" presName="root" presStyleCnt="0"/>
      <dgm:spPr/>
    </dgm:pt>
    <dgm:pt modelId="{E78AC443-41A7-4DCF-89C0-1ECFC5B877B6}" type="pres">
      <dgm:prSet presAssocID="{71975BCA-EFB5-4524-A25A-B28FDEC3CADB}" presName="rootComposite" presStyleCnt="0"/>
      <dgm:spPr/>
    </dgm:pt>
    <dgm:pt modelId="{148FCC47-2ACA-4410-B894-5C9C3802B2F9}" type="pres">
      <dgm:prSet presAssocID="{71975BCA-EFB5-4524-A25A-B28FDEC3CADB}" presName="rootText" presStyleLbl="node1" presStyleIdx="1" presStyleCnt="3"/>
      <dgm:spPr/>
    </dgm:pt>
    <dgm:pt modelId="{D261789C-E1B2-48C1-8A39-78A1C67F4321}" type="pres">
      <dgm:prSet presAssocID="{71975BCA-EFB5-4524-A25A-B28FDEC3CADB}" presName="rootConnector" presStyleLbl="node1" presStyleIdx="1" presStyleCnt="3"/>
      <dgm:spPr/>
    </dgm:pt>
    <dgm:pt modelId="{A94FB867-374A-41AD-8829-ED0F2D42BB0F}" type="pres">
      <dgm:prSet presAssocID="{71975BCA-EFB5-4524-A25A-B28FDEC3CADB}" presName="childShape" presStyleCnt="0"/>
      <dgm:spPr/>
    </dgm:pt>
    <dgm:pt modelId="{D10D32CF-1AAC-4A28-A732-0509DDBA736A}" type="pres">
      <dgm:prSet presAssocID="{6A935420-C056-499F-84E6-C683129B46D7}" presName="root" presStyleCnt="0"/>
      <dgm:spPr/>
    </dgm:pt>
    <dgm:pt modelId="{4CFDD519-2701-40CF-95EB-B94022CCDC0F}" type="pres">
      <dgm:prSet presAssocID="{6A935420-C056-499F-84E6-C683129B46D7}" presName="rootComposite" presStyleCnt="0"/>
      <dgm:spPr/>
    </dgm:pt>
    <dgm:pt modelId="{F3C6A59B-EF38-4798-8044-85BC922E0A29}" type="pres">
      <dgm:prSet presAssocID="{6A935420-C056-499F-84E6-C683129B46D7}" presName="rootText" presStyleLbl="node1" presStyleIdx="2" presStyleCnt="3"/>
      <dgm:spPr/>
    </dgm:pt>
    <dgm:pt modelId="{1C5CD2A4-8B5B-4695-9D93-ED945DE921F7}" type="pres">
      <dgm:prSet presAssocID="{6A935420-C056-499F-84E6-C683129B46D7}" presName="rootConnector" presStyleLbl="node1" presStyleIdx="2" presStyleCnt="3"/>
      <dgm:spPr/>
    </dgm:pt>
    <dgm:pt modelId="{80E1E9B4-ECCD-4A9F-80B4-F0B5E53D7C27}" type="pres">
      <dgm:prSet presAssocID="{6A935420-C056-499F-84E6-C683129B46D7}" presName="childShape" presStyleCnt="0"/>
      <dgm:spPr/>
    </dgm:pt>
  </dgm:ptLst>
  <dgm:cxnLst>
    <dgm:cxn modelId="{7886D70C-F0D0-464D-8447-56F1DE9BCA01}" type="presOf" srcId="{6A935420-C056-499F-84E6-C683129B46D7}" destId="{F3C6A59B-EF38-4798-8044-85BC922E0A29}" srcOrd="0" destOrd="0" presId="urn:microsoft.com/office/officeart/2005/8/layout/hierarchy3"/>
    <dgm:cxn modelId="{793F6538-A810-4590-A32C-BF5750686F94}" type="presOf" srcId="{E448A032-93DB-4A97-998F-9AF4451D9631}" destId="{2D900E4D-7660-401B-BE70-BBE92917147B}" srcOrd="0" destOrd="0" presId="urn:microsoft.com/office/officeart/2005/8/layout/hierarchy3"/>
    <dgm:cxn modelId="{15BE615C-0886-4173-A27B-5DE5C1A3B186}" type="presOf" srcId="{6A935420-C056-499F-84E6-C683129B46D7}" destId="{1C5CD2A4-8B5B-4695-9D93-ED945DE921F7}" srcOrd="1" destOrd="0" presId="urn:microsoft.com/office/officeart/2005/8/layout/hierarchy3"/>
    <dgm:cxn modelId="{BB6D4A73-6CA8-4A65-B410-117E9F841515}" srcId="{E448A032-93DB-4A97-998F-9AF4451D9631}" destId="{71975BCA-EFB5-4524-A25A-B28FDEC3CADB}" srcOrd="1" destOrd="0" parTransId="{E53082E1-9EFF-4FF7-A5F9-260428E06F25}" sibTransId="{B46254D3-4191-43A8-BB81-1F96F45DC9AE}"/>
    <dgm:cxn modelId="{3090E4A1-3F5D-4718-A0B6-14161F59BF37}" type="presOf" srcId="{71975BCA-EFB5-4524-A25A-B28FDEC3CADB}" destId="{D261789C-E1B2-48C1-8A39-78A1C67F4321}" srcOrd="1" destOrd="0" presId="urn:microsoft.com/office/officeart/2005/8/layout/hierarchy3"/>
    <dgm:cxn modelId="{140ED1AD-BA90-48FB-93C3-CAFD8CE6CBE7}" srcId="{E448A032-93DB-4A97-998F-9AF4451D9631}" destId="{FD9104AA-2317-4F23-B33C-645D55A52B38}" srcOrd="0" destOrd="0" parTransId="{B15622EA-39F2-4A82-9E7D-2C1B0EFA9DAC}" sibTransId="{758BF8E1-75F6-4D3D-B3EE-724398B701A0}"/>
    <dgm:cxn modelId="{35F7B0CB-E947-43DB-B23E-3B4FC64FC533}" type="presOf" srcId="{FD9104AA-2317-4F23-B33C-645D55A52B38}" destId="{EC4E739A-CE6D-4404-9D4C-0F8EFEA682D1}" srcOrd="1" destOrd="0" presId="urn:microsoft.com/office/officeart/2005/8/layout/hierarchy3"/>
    <dgm:cxn modelId="{4BFDF9D8-5049-4902-AE4D-59354E2C8686}" type="presOf" srcId="{FD9104AA-2317-4F23-B33C-645D55A52B38}" destId="{9F9CCC70-D191-41E1-9521-2AF6C3E90BA8}" srcOrd="0" destOrd="0" presId="urn:microsoft.com/office/officeart/2005/8/layout/hierarchy3"/>
    <dgm:cxn modelId="{D9F116E3-10C5-4D0C-A8DC-C7630731E2BB}" srcId="{E448A032-93DB-4A97-998F-9AF4451D9631}" destId="{6A935420-C056-499F-84E6-C683129B46D7}" srcOrd="2" destOrd="0" parTransId="{93F9EB45-124C-4362-BC19-F904A0442293}" sibTransId="{249151A7-49C7-4A81-B8D9-FA2253AF1ECF}"/>
    <dgm:cxn modelId="{405DDDF5-FB88-4CC2-A5DF-520CA66C13F0}" type="presOf" srcId="{71975BCA-EFB5-4524-A25A-B28FDEC3CADB}" destId="{148FCC47-2ACA-4410-B894-5C9C3802B2F9}" srcOrd="0" destOrd="0" presId="urn:microsoft.com/office/officeart/2005/8/layout/hierarchy3"/>
    <dgm:cxn modelId="{94EA4845-E9B0-4B9D-85D4-EAD4BEC86FA3}" type="presParOf" srcId="{2D900E4D-7660-401B-BE70-BBE92917147B}" destId="{35079A01-1774-4F15-BAEE-6505D64CF31E}" srcOrd="0" destOrd="0" presId="urn:microsoft.com/office/officeart/2005/8/layout/hierarchy3"/>
    <dgm:cxn modelId="{49772F1A-8D4B-448C-85C3-87F94AD8A6F3}" type="presParOf" srcId="{35079A01-1774-4F15-BAEE-6505D64CF31E}" destId="{1B65251E-476E-4793-8E85-DD75C62F5FB2}" srcOrd="0" destOrd="0" presId="urn:microsoft.com/office/officeart/2005/8/layout/hierarchy3"/>
    <dgm:cxn modelId="{8E49E9C5-2FD9-423E-806E-EAF717A9FCED}" type="presParOf" srcId="{1B65251E-476E-4793-8E85-DD75C62F5FB2}" destId="{9F9CCC70-D191-41E1-9521-2AF6C3E90BA8}" srcOrd="0" destOrd="0" presId="urn:microsoft.com/office/officeart/2005/8/layout/hierarchy3"/>
    <dgm:cxn modelId="{B3A56067-1F6C-4BB6-B209-5D44290897B1}" type="presParOf" srcId="{1B65251E-476E-4793-8E85-DD75C62F5FB2}" destId="{EC4E739A-CE6D-4404-9D4C-0F8EFEA682D1}" srcOrd="1" destOrd="0" presId="urn:microsoft.com/office/officeart/2005/8/layout/hierarchy3"/>
    <dgm:cxn modelId="{E989A00F-98CD-4E14-85DA-068A91720C4C}" type="presParOf" srcId="{35079A01-1774-4F15-BAEE-6505D64CF31E}" destId="{741893C8-70D2-4859-AC94-87BE3B4DA3A6}" srcOrd="1" destOrd="0" presId="urn:microsoft.com/office/officeart/2005/8/layout/hierarchy3"/>
    <dgm:cxn modelId="{9943E07A-66EB-45FC-A719-716898122277}" type="presParOf" srcId="{2D900E4D-7660-401B-BE70-BBE92917147B}" destId="{258F258F-CA97-41C3-B55E-17C2AC51393B}" srcOrd="1" destOrd="0" presId="urn:microsoft.com/office/officeart/2005/8/layout/hierarchy3"/>
    <dgm:cxn modelId="{7834783B-FC9B-452E-BC53-3FAF56B2BFB6}" type="presParOf" srcId="{258F258F-CA97-41C3-B55E-17C2AC51393B}" destId="{E78AC443-41A7-4DCF-89C0-1ECFC5B877B6}" srcOrd="0" destOrd="0" presId="urn:microsoft.com/office/officeart/2005/8/layout/hierarchy3"/>
    <dgm:cxn modelId="{06E0FA82-5923-4DA9-8F85-C1424393FB27}" type="presParOf" srcId="{E78AC443-41A7-4DCF-89C0-1ECFC5B877B6}" destId="{148FCC47-2ACA-4410-B894-5C9C3802B2F9}" srcOrd="0" destOrd="0" presId="urn:microsoft.com/office/officeart/2005/8/layout/hierarchy3"/>
    <dgm:cxn modelId="{573BBD30-161A-4B53-8FD6-1C7B2AE94F8B}" type="presParOf" srcId="{E78AC443-41A7-4DCF-89C0-1ECFC5B877B6}" destId="{D261789C-E1B2-48C1-8A39-78A1C67F4321}" srcOrd="1" destOrd="0" presId="urn:microsoft.com/office/officeart/2005/8/layout/hierarchy3"/>
    <dgm:cxn modelId="{3990FD29-CD67-4A95-92CC-6EA18D764C1A}" type="presParOf" srcId="{258F258F-CA97-41C3-B55E-17C2AC51393B}" destId="{A94FB867-374A-41AD-8829-ED0F2D42BB0F}" srcOrd="1" destOrd="0" presId="urn:microsoft.com/office/officeart/2005/8/layout/hierarchy3"/>
    <dgm:cxn modelId="{37A7B6AD-7B0C-4602-B699-2FB5728AB81D}" type="presParOf" srcId="{2D900E4D-7660-401B-BE70-BBE92917147B}" destId="{D10D32CF-1AAC-4A28-A732-0509DDBA736A}" srcOrd="2" destOrd="0" presId="urn:microsoft.com/office/officeart/2005/8/layout/hierarchy3"/>
    <dgm:cxn modelId="{85B8726D-FCF5-4082-BB04-BFF691D99509}" type="presParOf" srcId="{D10D32CF-1AAC-4A28-A732-0509DDBA736A}" destId="{4CFDD519-2701-40CF-95EB-B94022CCDC0F}" srcOrd="0" destOrd="0" presId="urn:microsoft.com/office/officeart/2005/8/layout/hierarchy3"/>
    <dgm:cxn modelId="{5E59C770-6E44-4547-867D-6D2FFE4BFBD5}" type="presParOf" srcId="{4CFDD519-2701-40CF-95EB-B94022CCDC0F}" destId="{F3C6A59B-EF38-4798-8044-85BC922E0A29}" srcOrd="0" destOrd="0" presId="urn:microsoft.com/office/officeart/2005/8/layout/hierarchy3"/>
    <dgm:cxn modelId="{B95AC272-DBB1-4FF0-A6AC-F5DCB1593AD3}" type="presParOf" srcId="{4CFDD519-2701-40CF-95EB-B94022CCDC0F}" destId="{1C5CD2A4-8B5B-4695-9D93-ED945DE921F7}" srcOrd="1" destOrd="0" presId="urn:microsoft.com/office/officeart/2005/8/layout/hierarchy3"/>
    <dgm:cxn modelId="{E3775E0E-89EE-447A-9777-E7DB2AE41837}" type="presParOf" srcId="{D10D32CF-1AAC-4A28-A732-0509DDBA736A}" destId="{80E1E9B4-ECCD-4A9F-80B4-F0B5E53D7C27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3CE1918-3ECE-4663-9397-0DDE18C946DC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E46814-23EE-4201-9097-9389C3474EE2}">
      <dgm:prSet/>
      <dgm:spPr/>
      <dgm:t>
        <a:bodyPr/>
        <a:lstStyle/>
        <a:p>
          <a:r>
            <a:rPr lang="en-US" b="0" dirty="0" err="1">
              <a:latin typeface="JetBrainsMono NF"/>
            </a:rPr>
            <a:t>Procedurální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generování</a:t>
          </a:r>
          <a:endParaRPr lang="en-US" dirty="0">
            <a:latin typeface="JetBrainsMono NF"/>
          </a:endParaRPr>
        </a:p>
      </dgm:t>
    </dgm:pt>
    <dgm:pt modelId="{1ED85414-B806-44F1-B998-4D5AFEFEEE4A}" type="parTrans" cxnId="{D0227FD0-0676-4A86-A56D-4381FD577489}">
      <dgm:prSet/>
      <dgm:spPr/>
      <dgm:t>
        <a:bodyPr/>
        <a:lstStyle/>
        <a:p>
          <a:endParaRPr lang="en-US"/>
        </a:p>
      </dgm:t>
    </dgm:pt>
    <dgm:pt modelId="{4241CDE7-BCB2-4897-A0CE-C5B21646163A}" type="sibTrans" cxnId="{D0227FD0-0676-4A86-A56D-4381FD577489}">
      <dgm:prSet/>
      <dgm:spPr/>
      <dgm:t>
        <a:bodyPr/>
        <a:lstStyle/>
        <a:p>
          <a:endParaRPr lang="en-US"/>
        </a:p>
      </dgm:t>
    </dgm:pt>
    <dgm:pt modelId="{4B84F42A-DB69-498B-A198-10E98F67B467}">
      <dgm:prSet/>
      <dgm:spPr/>
      <dgm:t>
        <a:bodyPr/>
        <a:lstStyle/>
        <a:p>
          <a:r>
            <a:rPr lang="en-US" b="0" dirty="0" err="1">
              <a:latin typeface="JetBrainsMono NF"/>
            </a:rPr>
            <a:t>Chování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nepřátel</a:t>
          </a:r>
          <a:endParaRPr lang="en-US" dirty="0">
            <a:latin typeface="JetBrainsMono NF"/>
          </a:endParaRPr>
        </a:p>
      </dgm:t>
    </dgm:pt>
    <dgm:pt modelId="{477DEDE5-130A-4DAF-83FD-770ACFD85250}" type="parTrans" cxnId="{EE9EEFCD-3B6D-46AE-8DC9-3D5883CE708C}">
      <dgm:prSet/>
      <dgm:spPr/>
      <dgm:t>
        <a:bodyPr/>
        <a:lstStyle/>
        <a:p>
          <a:endParaRPr lang="en-US"/>
        </a:p>
      </dgm:t>
    </dgm:pt>
    <dgm:pt modelId="{D9649504-615F-46E5-B063-6842D9A19230}" type="sibTrans" cxnId="{EE9EEFCD-3B6D-46AE-8DC9-3D5883CE708C}">
      <dgm:prSet/>
      <dgm:spPr/>
      <dgm:t>
        <a:bodyPr/>
        <a:lstStyle/>
        <a:p>
          <a:endParaRPr lang="en-US"/>
        </a:p>
      </dgm:t>
    </dgm:pt>
    <dgm:pt modelId="{08E91174-29AE-4D1D-903F-BCA2BFDBADFF}">
      <dgm:prSet/>
      <dgm:spPr/>
      <dgm:t>
        <a:bodyPr/>
        <a:lstStyle/>
        <a:p>
          <a:r>
            <a:rPr lang="cs-CZ" b="0" dirty="0">
              <a:latin typeface="JetBrainsMono NF"/>
            </a:rPr>
            <a:t>N</a:t>
          </a:r>
          <a:r>
            <a:rPr lang="en-US" b="0" dirty="0" err="1">
              <a:latin typeface="JetBrainsMono NF"/>
            </a:rPr>
            <a:t>áhoda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není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férová</a:t>
          </a:r>
          <a:r>
            <a:rPr lang="en-US" b="0" dirty="0">
              <a:latin typeface="JetBrainsMono NF"/>
            </a:rPr>
            <a:t> </a:t>
          </a:r>
          <a:r>
            <a:rPr lang="cs-CZ" b="0" dirty="0">
              <a:latin typeface="JetBrainsMono NF"/>
            </a:rPr>
            <a:t> ani zábava -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dynamiky</a:t>
          </a:r>
          <a:r>
            <a:rPr lang="en-US" b="0" dirty="0">
              <a:latin typeface="JetBrainsMono NF"/>
            </a:rPr>
            <a:t> pro </a:t>
          </a:r>
          <a:r>
            <a:rPr lang="cs-CZ" b="0" dirty="0" err="1">
              <a:latin typeface="JetBrainsMono NF"/>
            </a:rPr>
            <a:t>replayability</a:t>
          </a:r>
          <a:endParaRPr lang="en-US" dirty="0">
            <a:latin typeface="JetBrainsMono NF"/>
          </a:endParaRPr>
        </a:p>
      </dgm:t>
    </dgm:pt>
    <dgm:pt modelId="{80015A55-6D23-413F-B10D-12F60D4FB1B3}" type="parTrans" cxnId="{93318B82-AFD2-43F6-8CBC-D328F6D96D98}">
      <dgm:prSet/>
      <dgm:spPr/>
      <dgm:t>
        <a:bodyPr/>
        <a:lstStyle/>
        <a:p>
          <a:endParaRPr lang="en-US"/>
        </a:p>
      </dgm:t>
    </dgm:pt>
    <dgm:pt modelId="{399B812E-27CD-498F-9DFF-E3BC5D9B720B}" type="sibTrans" cxnId="{93318B82-AFD2-43F6-8CBC-D328F6D96D98}">
      <dgm:prSet/>
      <dgm:spPr/>
      <dgm:t>
        <a:bodyPr/>
        <a:lstStyle/>
        <a:p>
          <a:endParaRPr lang="en-US"/>
        </a:p>
      </dgm:t>
    </dgm:pt>
    <dgm:pt modelId="{CF8878C0-58A3-416A-A8EC-8E02073B1C8E}" type="pres">
      <dgm:prSet presAssocID="{E3CE1918-3ECE-4663-9397-0DDE18C946DC}" presName="outerComposite" presStyleCnt="0">
        <dgm:presLayoutVars>
          <dgm:chMax val="5"/>
          <dgm:dir/>
          <dgm:resizeHandles val="exact"/>
        </dgm:presLayoutVars>
      </dgm:prSet>
      <dgm:spPr/>
    </dgm:pt>
    <dgm:pt modelId="{2845788C-07F8-4FC1-BEE4-50871DC0623E}" type="pres">
      <dgm:prSet presAssocID="{E3CE1918-3ECE-4663-9397-0DDE18C946DC}" presName="dummyMaxCanvas" presStyleCnt="0">
        <dgm:presLayoutVars/>
      </dgm:prSet>
      <dgm:spPr/>
    </dgm:pt>
    <dgm:pt modelId="{3FBC33CE-7C70-46BD-9F5D-B27B250BAB02}" type="pres">
      <dgm:prSet presAssocID="{E3CE1918-3ECE-4663-9397-0DDE18C946DC}" presName="ThreeNodes_1" presStyleLbl="node1" presStyleIdx="0" presStyleCnt="3">
        <dgm:presLayoutVars>
          <dgm:bulletEnabled val="1"/>
        </dgm:presLayoutVars>
      </dgm:prSet>
      <dgm:spPr/>
    </dgm:pt>
    <dgm:pt modelId="{EAF8069C-2AD1-40FD-BCBE-07CFD238A230}" type="pres">
      <dgm:prSet presAssocID="{E3CE1918-3ECE-4663-9397-0DDE18C946DC}" presName="ThreeNodes_2" presStyleLbl="node1" presStyleIdx="1" presStyleCnt="3">
        <dgm:presLayoutVars>
          <dgm:bulletEnabled val="1"/>
        </dgm:presLayoutVars>
      </dgm:prSet>
      <dgm:spPr/>
    </dgm:pt>
    <dgm:pt modelId="{F46261F2-E384-4D20-BAD3-F4188C54B14F}" type="pres">
      <dgm:prSet presAssocID="{E3CE1918-3ECE-4663-9397-0DDE18C946DC}" presName="ThreeNodes_3" presStyleLbl="node1" presStyleIdx="2" presStyleCnt="3">
        <dgm:presLayoutVars>
          <dgm:bulletEnabled val="1"/>
        </dgm:presLayoutVars>
      </dgm:prSet>
      <dgm:spPr/>
    </dgm:pt>
    <dgm:pt modelId="{9C8E62F9-C148-4D3E-8EF2-97C68FAC9A66}" type="pres">
      <dgm:prSet presAssocID="{E3CE1918-3ECE-4663-9397-0DDE18C946DC}" presName="ThreeConn_1-2" presStyleLbl="fgAccFollowNode1" presStyleIdx="0" presStyleCnt="2">
        <dgm:presLayoutVars>
          <dgm:bulletEnabled val="1"/>
        </dgm:presLayoutVars>
      </dgm:prSet>
      <dgm:spPr/>
    </dgm:pt>
    <dgm:pt modelId="{81BC1423-223C-4BCF-994E-BF5E32A5E1E4}" type="pres">
      <dgm:prSet presAssocID="{E3CE1918-3ECE-4663-9397-0DDE18C946DC}" presName="ThreeConn_2-3" presStyleLbl="fgAccFollowNode1" presStyleIdx="1" presStyleCnt="2">
        <dgm:presLayoutVars>
          <dgm:bulletEnabled val="1"/>
        </dgm:presLayoutVars>
      </dgm:prSet>
      <dgm:spPr/>
    </dgm:pt>
    <dgm:pt modelId="{E736E791-603C-4258-B99D-4517C5B10AF4}" type="pres">
      <dgm:prSet presAssocID="{E3CE1918-3ECE-4663-9397-0DDE18C946DC}" presName="ThreeNodes_1_text" presStyleLbl="node1" presStyleIdx="2" presStyleCnt="3">
        <dgm:presLayoutVars>
          <dgm:bulletEnabled val="1"/>
        </dgm:presLayoutVars>
      </dgm:prSet>
      <dgm:spPr/>
    </dgm:pt>
    <dgm:pt modelId="{D3C47098-0EFC-4C12-B9D0-A52D9CFC5195}" type="pres">
      <dgm:prSet presAssocID="{E3CE1918-3ECE-4663-9397-0DDE18C946DC}" presName="ThreeNodes_2_text" presStyleLbl="node1" presStyleIdx="2" presStyleCnt="3">
        <dgm:presLayoutVars>
          <dgm:bulletEnabled val="1"/>
        </dgm:presLayoutVars>
      </dgm:prSet>
      <dgm:spPr/>
    </dgm:pt>
    <dgm:pt modelId="{D872EB3B-668F-4B72-BBAD-F6676651A0FA}" type="pres">
      <dgm:prSet presAssocID="{E3CE1918-3ECE-4663-9397-0DDE18C946DC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1231FF0A-BF7D-4B4D-AEC0-35B37B74D37D}" type="presOf" srcId="{31E46814-23EE-4201-9097-9389C3474EE2}" destId="{E736E791-603C-4258-B99D-4517C5B10AF4}" srcOrd="1" destOrd="0" presId="urn:microsoft.com/office/officeart/2005/8/layout/vProcess5"/>
    <dgm:cxn modelId="{E00BFD7E-7696-4446-885D-7E098B9FB06E}" type="presOf" srcId="{4B84F42A-DB69-498B-A198-10E98F67B467}" destId="{EAF8069C-2AD1-40FD-BCBE-07CFD238A230}" srcOrd="0" destOrd="0" presId="urn:microsoft.com/office/officeart/2005/8/layout/vProcess5"/>
    <dgm:cxn modelId="{93318B82-AFD2-43F6-8CBC-D328F6D96D98}" srcId="{E3CE1918-3ECE-4663-9397-0DDE18C946DC}" destId="{08E91174-29AE-4D1D-903F-BCA2BFDBADFF}" srcOrd="2" destOrd="0" parTransId="{80015A55-6D23-413F-B10D-12F60D4FB1B3}" sibTransId="{399B812E-27CD-498F-9DFF-E3BC5D9B720B}"/>
    <dgm:cxn modelId="{E4522E92-E07E-43F0-A1D8-80A01D31B3B0}" type="presOf" srcId="{31E46814-23EE-4201-9097-9389C3474EE2}" destId="{3FBC33CE-7C70-46BD-9F5D-B27B250BAB02}" srcOrd="0" destOrd="0" presId="urn:microsoft.com/office/officeart/2005/8/layout/vProcess5"/>
    <dgm:cxn modelId="{F4C090AA-F729-4107-8FE9-7D9EB1ECB6CC}" type="presOf" srcId="{4B84F42A-DB69-498B-A198-10E98F67B467}" destId="{D3C47098-0EFC-4C12-B9D0-A52D9CFC5195}" srcOrd="1" destOrd="0" presId="urn:microsoft.com/office/officeart/2005/8/layout/vProcess5"/>
    <dgm:cxn modelId="{7A13F2AE-52B7-400C-804B-043604198451}" type="presOf" srcId="{4241CDE7-BCB2-4897-A0CE-C5B21646163A}" destId="{9C8E62F9-C148-4D3E-8EF2-97C68FAC9A66}" srcOrd="0" destOrd="0" presId="urn:microsoft.com/office/officeart/2005/8/layout/vProcess5"/>
    <dgm:cxn modelId="{57EC7EBE-155B-4142-9A3C-4544A19A3D0E}" type="presOf" srcId="{D9649504-615F-46E5-B063-6842D9A19230}" destId="{81BC1423-223C-4BCF-994E-BF5E32A5E1E4}" srcOrd="0" destOrd="0" presId="urn:microsoft.com/office/officeart/2005/8/layout/vProcess5"/>
    <dgm:cxn modelId="{6136C5C8-A4E0-49B1-B16F-CCCC77793AB2}" type="presOf" srcId="{E3CE1918-3ECE-4663-9397-0DDE18C946DC}" destId="{CF8878C0-58A3-416A-A8EC-8E02073B1C8E}" srcOrd="0" destOrd="0" presId="urn:microsoft.com/office/officeart/2005/8/layout/vProcess5"/>
    <dgm:cxn modelId="{EE9EEFCD-3B6D-46AE-8DC9-3D5883CE708C}" srcId="{E3CE1918-3ECE-4663-9397-0DDE18C946DC}" destId="{4B84F42A-DB69-498B-A198-10E98F67B467}" srcOrd="1" destOrd="0" parTransId="{477DEDE5-130A-4DAF-83FD-770ACFD85250}" sibTransId="{D9649504-615F-46E5-B063-6842D9A19230}"/>
    <dgm:cxn modelId="{D0227FD0-0676-4A86-A56D-4381FD577489}" srcId="{E3CE1918-3ECE-4663-9397-0DDE18C946DC}" destId="{31E46814-23EE-4201-9097-9389C3474EE2}" srcOrd="0" destOrd="0" parTransId="{1ED85414-B806-44F1-B998-4D5AFEFEEE4A}" sibTransId="{4241CDE7-BCB2-4897-A0CE-C5B21646163A}"/>
    <dgm:cxn modelId="{EE0150D3-51E9-43E3-B189-B86E3AF2CD88}" type="presOf" srcId="{08E91174-29AE-4D1D-903F-BCA2BFDBADFF}" destId="{D872EB3B-668F-4B72-BBAD-F6676651A0FA}" srcOrd="1" destOrd="0" presId="urn:microsoft.com/office/officeart/2005/8/layout/vProcess5"/>
    <dgm:cxn modelId="{83ED6AE5-C548-4C56-845F-1C9419596AF5}" type="presOf" srcId="{08E91174-29AE-4D1D-903F-BCA2BFDBADFF}" destId="{F46261F2-E384-4D20-BAD3-F4188C54B14F}" srcOrd="0" destOrd="0" presId="urn:microsoft.com/office/officeart/2005/8/layout/vProcess5"/>
    <dgm:cxn modelId="{C30E9A64-25DE-4587-B39B-054C45B82849}" type="presParOf" srcId="{CF8878C0-58A3-416A-A8EC-8E02073B1C8E}" destId="{2845788C-07F8-4FC1-BEE4-50871DC0623E}" srcOrd="0" destOrd="0" presId="urn:microsoft.com/office/officeart/2005/8/layout/vProcess5"/>
    <dgm:cxn modelId="{E3B4F0A3-CE43-4C78-BC8E-0A848AE147A1}" type="presParOf" srcId="{CF8878C0-58A3-416A-A8EC-8E02073B1C8E}" destId="{3FBC33CE-7C70-46BD-9F5D-B27B250BAB02}" srcOrd="1" destOrd="0" presId="urn:microsoft.com/office/officeart/2005/8/layout/vProcess5"/>
    <dgm:cxn modelId="{35AC3F54-45B9-427E-A4E1-E8A8B2B7B642}" type="presParOf" srcId="{CF8878C0-58A3-416A-A8EC-8E02073B1C8E}" destId="{EAF8069C-2AD1-40FD-BCBE-07CFD238A230}" srcOrd="2" destOrd="0" presId="urn:microsoft.com/office/officeart/2005/8/layout/vProcess5"/>
    <dgm:cxn modelId="{A13A98D0-48E7-4EE1-9BE7-8505FD68BB18}" type="presParOf" srcId="{CF8878C0-58A3-416A-A8EC-8E02073B1C8E}" destId="{F46261F2-E384-4D20-BAD3-F4188C54B14F}" srcOrd="3" destOrd="0" presId="urn:microsoft.com/office/officeart/2005/8/layout/vProcess5"/>
    <dgm:cxn modelId="{7F838B89-9EED-45F7-86A7-5270429A9A8F}" type="presParOf" srcId="{CF8878C0-58A3-416A-A8EC-8E02073B1C8E}" destId="{9C8E62F9-C148-4D3E-8EF2-97C68FAC9A66}" srcOrd="4" destOrd="0" presId="urn:microsoft.com/office/officeart/2005/8/layout/vProcess5"/>
    <dgm:cxn modelId="{8FABE179-FED3-4AF0-80E2-FBA7E011DCCF}" type="presParOf" srcId="{CF8878C0-58A3-416A-A8EC-8E02073B1C8E}" destId="{81BC1423-223C-4BCF-994E-BF5E32A5E1E4}" srcOrd="5" destOrd="0" presId="urn:microsoft.com/office/officeart/2005/8/layout/vProcess5"/>
    <dgm:cxn modelId="{CC68CD3C-25A6-4DF0-9666-0D355E0F3AF5}" type="presParOf" srcId="{CF8878C0-58A3-416A-A8EC-8E02073B1C8E}" destId="{E736E791-603C-4258-B99D-4517C5B10AF4}" srcOrd="6" destOrd="0" presId="urn:microsoft.com/office/officeart/2005/8/layout/vProcess5"/>
    <dgm:cxn modelId="{5EE6298C-0172-4E49-B25D-10D14CC232E4}" type="presParOf" srcId="{CF8878C0-58A3-416A-A8EC-8E02073B1C8E}" destId="{D3C47098-0EFC-4C12-B9D0-A52D9CFC5195}" srcOrd="7" destOrd="0" presId="urn:microsoft.com/office/officeart/2005/8/layout/vProcess5"/>
    <dgm:cxn modelId="{06050B2B-13C7-47AD-A46E-13DA3D2CF7D6}" type="presParOf" srcId="{CF8878C0-58A3-416A-A8EC-8E02073B1C8E}" destId="{D872EB3B-668F-4B72-BBAD-F6676651A0FA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C2597B-8F63-4929-BF40-E330D4AE0C7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58D64158-D10F-435F-A62A-6C502E408EA7}">
      <dgm:prSet/>
      <dgm:spPr/>
      <dgm:t>
        <a:bodyPr/>
        <a:lstStyle/>
        <a:p>
          <a:pPr>
            <a:defRPr cap="all"/>
          </a:pPr>
          <a:r>
            <a:rPr lang="en-US" b="0" dirty="0">
              <a:latin typeface="JetBrainsMono NF"/>
            </a:rPr>
            <a:t>A/B </a:t>
          </a:r>
          <a:r>
            <a:rPr lang="en-US" b="0" dirty="0" err="1">
              <a:latin typeface="JetBrainsMono NF"/>
            </a:rPr>
            <a:t>testování</a:t>
          </a:r>
          <a:endParaRPr lang="en-US" dirty="0">
            <a:latin typeface="JetBrainsMono NF"/>
          </a:endParaRPr>
        </a:p>
      </dgm:t>
    </dgm:pt>
    <dgm:pt modelId="{FD820423-2AC8-4921-80E7-C99752218413}" type="parTrans" cxnId="{1FF232A0-C806-4711-AB1A-242379698669}">
      <dgm:prSet/>
      <dgm:spPr/>
      <dgm:t>
        <a:bodyPr/>
        <a:lstStyle/>
        <a:p>
          <a:endParaRPr lang="en-US"/>
        </a:p>
      </dgm:t>
    </dgm:pt>
    <dgm:pt modelId="{C2B0F009-F234-470A-9426-256FC4E7B266}" type="sibTrans" cxnId="{1FF232A0-C806-4711-AB1A-242379698669}">
      <dgm:prSet/>
      <dgm:spPr/>
      <dgm:t>
        <a:bodyPr/>
        <a:lstStyle/>
        <a:p>
          <a:endParaRPr lang="en-US"/>
        </a:p>
      </dgm:t>
    </dgm:pt>
    <dgm:pt modelId="{71400B0E-C83C-4225-ACD5-308B25345871}">
      <dgm:prSet/>
      <dgm:spPr/>
      <dgm:t>
        <a:bodyPr/>
        <a:lstStyle/>
        <a:p>
          <a:pPr>
            <a:defRPr cap="all"/>
          </a:pPr>
          <a:r>
            <a:rPr lang="en-US" b="0" dirty="0" err="1">
              <a:latin typeface="JetBrainsMono NF"/>
            </a:rPr>
            <a:t>genetické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algoritmy</a:t>
          </a:r>
          <a:endParaRPr lang="en-US" dirty="0">
            <a:latin typeface="JetBrainsMono NF"/>
          </a:endParaRPr>
        </a:p>
      </dgm:t>
    </dgm:pt>
    <dgm:pt modelId="{85ACCF68-7EC7-43BD-98D1-E7D9D04F2FCD}" type="parTrans" cxnId="{9189E0F9-C430-4896-84F3-9EE48FB8134D}">
      <dgm:prSet/>
      <dgm:spPr/>
      <dgm:t>
        <a:bodyPr/>
        <a:lstStyle/>
        <a:p>
          <a:endParaRPr lang="en-US"/>
        </a:p>
      </dgm:t>
    </dgm:pt>
    <dgm:pt modelId="{AD8E4049-47A8-4596-B0B2-9F83DD7DF385}" type="sibTrans" cxnId="{9189E0F9-C430-4896-84F3-9EE48FB8134D}">
      <dgm:prSet/>
      <dgm:spPr/>
      <dgm:t>
        <a:bodyPr/>
        <a:lstStyle/>
        <a:p>
          <a:endParaRPr lang="en-US"/>
        </a:p>
      </dgm:t>
    </dgm:pt>
    <dgm:pt modelId="{46844986-5932-48E4-8D03-29616445CDB4}">
      <dgm:prSet/>
      <dgm:spPr/>
      <dgm:t>
        <a:bodyPr/>
        <a:lstStyle/>
        <a:p>
          <a:pPr>
            <a:defRPr cap="all"/>
          </a:pPr>
          <a:r>
            <a:rPr lang="en-US" b="0" dirty="0" err="1">
              <a:latin typeface="JetBrainsMono NF"/>
            </a:rPr>
            <a:t>simulované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žíhání</a:t>
          </a:r>
          <a:endParaRPr lang="en-US" dirty="0">
            <a:latin typeface="JetBrainsMono NF"/>
          </a:endParaRPr>
        </a:p>
      </dgm:t>
    </dgm:pt>
    <dgm:pt modelId="{6524D74D-5CFB-4114-9F12-DC91A44EF0FC}" type="parTrans" cxnId="{762E6CAD-10B5-4003-9EE0-4CFEC89FCAB3}">
      <dgm:prSet/>
      <dgm:spPr/>
      <dgm:t>
        <a:bodyPr/>
        <a:lstStyle/>
        <a:p>
          <a:endParaRPr lang="en-US"/>
        </a:p>
      </dgm:t>
    </dgm:pt>
    <dgm:pt modelId="{10CC8285-C5B8-4AB5-9E2D-A52BEE393EE7}" type="sibTrans" cxnId="{762E6CAD-10B5-4003-9EE0-4CFEC89FCAB3}">
      <dgm:prSet/>
      <dgm:spPr/>
      <dgm:t>
        <a:bodyPr/>
        <a:lstStyle/>
        <a:p>
          <a:endParaRPr lang="en-US"/>
        </a:p>
      </dgm:t>
    </dgm:pt>
    <dgm:pt modelId="{71B22970-3D56-41F0-9B68-84A837E9673D}">
      <dgm:prSet/>
      <dgm:spPr/>
      <dgm:t>
        <a:bodyPr/>
        <a:lstStyle/>
        <a:p>
          <a:pPr>
            <a:defRPr cap="all"/>
          </a:pPr>
          <a:r>
            <a:rPr lang="en-US" b="0" dirty="0" err="1">
              <a:latin typeface="JetBrainsMono NF"/>
            </a:rPr>
            <a:t>Optimalizace</a:t>
          </a:r>
          <a:r>
            <a:rPr lang="en-US" b="0" dirty="0">
              <a:latin typeface="JetBrainsMono NF"/>
            </a:rPr>
            <a:t> </a:t>
          </a:r>
          <a:r>
            <a:rPr lang="en-US" b="0" dirty="0" err="1">
              <a:latin typeface="JetBrainsMono NF"/>
            </a:rPr>
            <a:t>algoritmů</a:t>
          </a:r>
          <a:endParaRPr lang="en-US" dirty="0">
            <a:latin typeface="JetBrainsMono NF"/>
          </a:endParaRPr>
        </a:p>
      </dgm:t>
    </dgm:pt>
    <dgm:pt modelId="{40539AEF-9BC6-4851-956A-245481FCC876}" type="parTrans" cxnId="{98AC3082-39F3-44E1-81C0-97D9544001D3}">
      <dgm:prSet/>
      <dgm:spPr/>
      <dgm:t>
        <a:bodyPr/>
        <a:lstStyle/>
        <a:p>
          <a:endParaRPr lang="en-US"/>
        </a:p>
      </dgm:t>
    </dgm:pt>
    <dgm:pt modelId="{7D2D0FA2-4606-4A53-B68D-6485418AF216}" type="sibTrans" cxnId="{98AC3082-39F3-44E1-81C0-97D9544001D3}">
      <dgm:prSet/>
      <dgm:spPr/>
      <dgm:t>
        <a:bodyPr/>
        <a:lstStyle/>
        <a:p>
          <a:endParaRPr lang="en-US"/>
        </a:p>
      </dgm:t>
    </dgm:pt>
    <dgm:pt modelId="{D3D9CADE-9077-4F2D-9231-10422240810F}" type="pres">
      <dgm:prSet presAssocID="{43C2597B-8F63-4929-BF40-E330D4AE0C79}" presName="root" presStyleCnt="0">
        <dgm:presLayoutVars>
          <dgm:dir/>
          <dgm:resizeHandles val="exact"/>
        </dgm:presLayoutVars>
      </dgm:prSet>
      <dgm:spPr/>
    </dgm:pt>
    <dgm:pt modelId="{9191FC9A-FDE6-406B-9F6A-960C4D413BBB}" type="pres">
      <dgm:prSet presAssocID="{58D64158-D10F-435F-A62A-6C502E408EA7}" presName="compNode" presStyleCnt="0"/>
      <dgm:spPr/>
    </dgm:pt>
    <dgm:pt modelId="{3184A3A5-3898-4393-8E88-D2BB77D48B24}" type="pres">
      <dgm:prSet presAssocID="{58D64158-D10F-435F-A62A-6C502E408EA7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D0A9AB3-DFED-41DA-8954-389379D91C5D}" type="pres">
      <dgm:prSet presAssocID="{58D64158-D10F-435F-A62A-6C502E408EA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aškrtnutí"/>
        </a:ext>
      </dgm:extLst>
    </dgm:pt>
    <dgm:pt modelId="{5397E38F-D310-4155-B154-FB78747EC33B}" type="pres">
      <dgm:prSet presAssocID="{58D64158-D10F-435F-A62A-6C502E408EA7}" presName="spaceRect" presStyleCnt="0"/>
      <dgm:spPr/>
    </dgm:pt>
    <dgm:pt modelId="{0AE82CCA-CA41-4D41-9D84-03E120D6A119}" type="pres">
      <dgm:prSet presAssocID="{58D64158-D10F-435F-A62A-6C502E408EA7}" presName="textRect" presStyleLbl="revTx" presStyleIdx="0" presStyleCnt="4">
        <dgm:presLayoutVars>
          <dgm:chMax val="1"/>
          <dgm:chPref val="1"/>
        </dgm:presLayoutVars>
      </dgm:prSet>
      <dgm:spPr/>
    </dgm:pt>
    <dgm:pt modelId="{77F882B1-572A-4254-A457-CCECAAB7728C}" type="pres">
      <dgm:prSet presAssocID="{C2B0F009-F234-470A-9426-256FC4E7B266}" presName="sibTrans" presStyleCnt="0"/>
      <dgm:spPr/>
    </dgm:pt>
    <dgm:pt modelId="{5DAED974-F89F-41DB-8269-1851B85D0886}" type="pres">
      <dgm:prSet presAssocID="{71400B0E-C83C-4225-ACD5-308B25345871}" presName="compNode" presStyleCnt="0"/>
      <dgm:spPr/>
    </dgm:pt>
    <dgm:pt modelId="{7D78DD81-64D8-4525-AC51-7D202E401E9E}" type="pres">
      <dgm:prSet presAssocID="{71400B0E-C83C-4225-ACD5-308B25345871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AEB14800-B98B-42F5-9685-7713D0479313}" type="pres">
      <dgm:prSet presAssocID="{71400B0E-C83C-4225-ACD5-308B25345871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B2BF456C-45F0-44B0-A84D-745A2B3192AB}" type="pres">
      <dgm:prSet presAssocID="{71400B0E-C83C-4225-ACD5-308B25345871}" presName="spaceRect" presStyleCnt="0"/>
      <dgm:spPr/>
    </dgm:pt>
    <dgm:pt modelId="{B05D0AD7-59DE-4ACD-A53D-318870B7A559}" type="pres">
      <dgm:prSet presAssocID="{71400B0E-C83C-4225-ACD5-308B25345871}" presName="textRect" presStyleLbl="revTx" presStyleIdx="1" presStyleCnt="4">
        <dgm:presLayoutVars>
          <dgm:chMax val="1"/>
          <dgm:chPref val="1"/>
        </dgm:presLayoutVars>
      </dgm:prSet>
      <dgm:spPr/>
    </dgm:pt>
    <dgm:pt modelId="{CDE611DF-62F5-41C5-9556-BC3FECCBB32C}" type="pres">
      <dgm:prSet presAssocID="{AD8E4049-47A8-4596-B0B2-9F83DD7DF385}" presName="sibTrans" presStyleCnt="0"/>
      <dgm:spPr/>
    </dgm:pt>
    <dgm:pt modelId="{FF5597A5-633B-4847-97D2-D54F47557A8D}" type="pres">
      <dgm:prSet presAssocID="{46844986-5932-48E4-8D03-29616445CDB4}" presName="compNode" presStyleCnt="0"/>
      <dgm:spPr/>
    </dgm:pt>
    <dgm:pt modelId="{F0929742-9B4D-4690-8061-D39AA9314627}" type="pres">
      <dgm:prSet presAssocID="{46844986-5932-48E4-8D03-29616445CDB4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47D9523-9883-420D-8764-8592F4885F13}" type="pres">
      <dgm:prSet presAssocID="{46844986-5932-48E4-8D03-29616445CDB4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ňka"/>
        </a:ext>
      </dgm:extLst>
    </dgm:pt>
    <dgm:pt modelId="{887111DD-BF2B-41E1-A285-D52D48CB36C8}" type="pres">
      <dgm:prSet presAssocID="{46844986-5932-48E4-8D03-29616445CDB4}" presName="spaceRect" presStyleCnt="0"/>
      <dgm:spPr/>
    </dgm:pt>
    <dgm:pt modelId="{6F2F81CC-68B7-4E19-AD69-F91A21BEB7A7}" type="pres">
      <dgm:prSet presAssocID="{46844986-5932-48E4-8D03-29616445CDB4}" presName="textRect" presStyleLbl="revTx" presStyleIdx="2" presStyleCnt="4">
        <dgm:presLayoutVars>
          <dgm:chMax val="1"/>
          <dgm:chPref val="1"/>
        </dgm:presLayoutVars>
      </dgm:prSet>
      <dgm:spPr/>
    </dgm:pt>
    <dgm:pt modelId="{715CDD75-ED7C-400B-B08B-96F0FA775591}" type="pres">
      <dgm:prSet presAssocID="{10CC8285-C5B8-4AB5-9E2D-A52BEE393EE7}" presName="sibTrans" presStyleCnt="0"/>
      <dgm:spPr/>
    </dgm:pt>
    <dgm:pt modelId="{C4E405F3-1478-4846-848B-D9DE5AAA22F8}" type="pres">
      <dgm:prSet presAssocID="{71B22970-3D56-41F0-9B68-84A837E9673D}" presName="compNode" presStyleCnt="0"/>
      <dgm:spPr/>
    </dgm:pt>
    <dgm:pt modelId="{96176267-A180-4CAB-85EF-239722A55C95}" type="pres">
      <dgm:prSet presAssocID="{71B22970-3D56-41F0-9B68-84A837E9673D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1B76216-FAFB-45BA-85D9-89296A298302}" type="pres">
      <dgm:prSet presAssocID="{71B22970-3D56-41F0-9B68-84A837E9673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zubená kola"/>
        </a:ext>
      </dgm:extLst>
    </dgm:pt>
    <dgm:pt modelId="{77ABCAD7-A783-4D0B-B2AB-573665E41A5C}" type="pres">
      <dgm:prSet presAssocID="{71B22970-3D56-41F0-9B68-84A837E9673D}" presName="spaceRect" presStyleCnt="0"/>
      <dgm:spPr/>
    </dgm:pt>
    <dgm:pt modelId="{8A21B358-F911-4BC2-92C6-021AC6D5E560}" type="pres">
      <dgm:prSet presAssocID="{71B22970-3D56-41F0-9B68-84A837E9673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F280505-5D91-418E-A0B8-730D8D2C5BCF}" type="presOf" srcId="{71B22970-3D56-41F0-9B68-84A837E9673D}" destId="{8A21B358-F911-4BC2-92C6-021AC6D5E560}" srcOrd="0" destOrd="0" presId="urn:microsoft.com/office/officeart/2018/5/layout/IconLeafLabelList"/>
    <dgm:cxn modelId="{4480C856-8341-4AAF-BD7D-187FE49D0363}" type="presOf" srcId="{43C2597B-8F63-4929-BF40-E330D4AE0C79}" destId="{D3D9CADE-9077-4F2D-9231-10422240810F}" srcOrd="0" destOrd="0" presId="urn:microsoft.com/office/officeart/2018/5/layout/IconLeafLabelList"/>
    <dgm:cxn modelId="{98AC3082-39F3-44E1-81C0-97D9544001D3}" srcId="{43C2597B-8F63-4929-BF40-E330D4AE0C79}" destId="{71B22970-3D56-41F0-9B68-84A837E9673D}" srcOrd="3" destOrd="0" parTransId="{40539AEF-9BC6-4851-956A-245481FCC876}" sibTransId="{7D2D0FA2-4606-4A53-B68D-6485418AF216}"/>
    <dgm:cxn modelId="{1A08738A-71CC-4901-97F0-A472B057305D}" type="presOf" srcId="{46844986-5932-48E4-8D03-29616445CDB4}" destId="{6F2F81CC-68B7-4E19-AD69-F91A21BEB7A7}" srcOrd="0" destOrd="0" presId="urn:microsoft.com/office/officeart/2018/5/layout/IconLeafLabelList"/>
    <dgm:cxn modelId="{5676ED92-BA12-4D91-A5C3-0B9808DC7756}" type="presOf" srcId="{71400B0E-C83C-4225-ACD5-308B25345871}" destId="{B05D0AD7-59DE-4ACD-A53D-318870B7A559}" srcOrd="0" destOrd="0" presId="urn:microsoft.com/office/officeart/2018/5/layout/IconLeafLabelList"/>
    <dgm:cxn modelId="{1FF232A0-C806-4711-AB1A-242379698669}" srcId="{43C2597B-8F63-4929-BF40-E330D4AE0C79}" destId="{58D64158-D10F-435F-A62A-6C502E408EA7}" srcOrd="0" destOrd="0" parTransId="{FD820423-2AC8-4921-80E7-C99752218413}" sibTransId="{C2B0F009-F234-470A-9426-256FC4E7B266}"/>
    <dgm:cxn modelId="{762E6CAD-10B5-4003-9EE0-4CFEC89FCAB3}" srcId="{43C2597B-8F63-4929-BF40-E330D4AE0C79}" destId="{46844986-5932-48E4-8D03-29616445CDB4}" srcOrd="2" destOrd="0" parTransId="{6524D74D-5CFB-4114-9F12-DC91A44EF0FC}" sibTransId="{10CC8285-C5B8-4AB5-9E2D-A52BEE393EE7}"/>
    <dgm:cxn modelId="{6AA8B1EA-99EA-4BD8-95AC-87D456D0C2E8}" type="presOf" srcId="{58D64158-D10F-435F-A62A-6C502E408EA7}" destId="{0AE82CCA-CA41-4D41-9D84-03E120D6A119}" srcOrd="0" destOrd="0" presId="urn:microsoft.com/office/officeart/2018/5/layout/IconLeafLabelList"/>
    <dgm:cxn modelId="{9189E0F9-C430-4896-84F3-9EE48FB8134D}" srcId="{43C2597B-8F63-4929-BF40-E330D4AE0C79}" destId="{71400B0E-C83C-4225-ACD5-308B25345871}" srcOrd="1" destOrd="0" parTransId="{85ACCF68-7EC7-43BD-98D1-E7D9D04F2FCD}" sibTransId="{AD8E4049-47A8-4596-B0B2-9F83DD7DF385}"/>
    <dgm:cxn modelId="{7DD848F3-628A-44D3-820A-E73058DBDD51}" type="presParOf" srcId="{D3D9CADE-9077-4F2D-9231-10422240810F}" destId="{9191FC9A-FDE6-406B-9F6A-960C4D413BBB}" srcOrd="0" destOrd="0" presId="urn:microsoft.com/office/officeart/2018/5/layout/IconLeafLabelList"/>
    <dgm:cxn modelId="{751449AC-A3E9-4213-9074-B1DBE840C409}" type="presParOf" srcId="{9191FC9A-FDE6-406B-9F6A-960C4D413BBB}" destId="{3184A3A5-3898-4393-8E88-D2BB77D48B24}" srcOrd="0" destOrd="0" presId="urn:microsoft.com/office/officeart/2018/5/layout/IconLeafLabelList"/>
    <dgm:cxn modelId="{CFA8D711-C9E2-4D8A-8376-236A7D377C07}" type="presParOf" srcId="{9191FC9A-FDE6-406B-9F6A-960C4D413BBB}" destId="{1D0A9AB3-DFED-41DA-8954-389379D91C5D}" srcOrd="1" destOrd="0" presId="urn:microsoft.com/office/officeart/2018/5/layout/IconLeafLabelList"/>
    <dgm:cxn modelId="{31751310-2E60-43A6-97FA-51255C85F4AA}" type="presParOf" srcId="{9191FC9A-FDE6-406B-9F6A-960C4D413BBB}" destId="{5397E38F-D310-4155-B154-FB78747EC33B}" srcOrd="2" destOrd="0" presId="urn:microsoft.com/office/officeart/2018/5/layout/IconLeafLabelList"/>
    <dgm:cxn modelId="{CFF66049-650D-430C-9D73-461CEE677F14}" type="presParOf" srcId="{9191FC9A-FDE6-406B-9F6A-960C4D413BBB}" destId="{0AE82CCA-CA41-4D41-9D84-03E120D6A119}" srcOrd="3" destOrd="0" presId="urn:microsoft.com/office/officeart/2018/5/layout/IconLeafLabelList"/>
    <dgm:cxn modelId="{327334E2-7DBF-408F-93B2-66B0DEC62561}" type="presParOf" srcId="{D3D9CADE-9077-4F2D-9231-10422240810F}" destId="{77F882B1-572A-4254-A457-CCECAAB7728C}" srcOrd="1" destOrd="0" presId="urn:microsoft.com/office/officeart/2018/5/layout/IconLeafLabelList"/>
    <dgm:cxn modelId="{95A28786-8634-4EB2-9108-60FB76CC8853}" type="presParOf" srcId="{D3D9CADE-9077-4F2D-9231-10422240810F}" destId="{5DAED974-F89F-41DB-8269-1851B85D0886}" srcOrd="2" destOrd="0" presId="urn:microsoft.com/office/officeart/2018/5/layout/IconLeafLabelList"/>
    <dgm:cxn modelId="{4CB799AE-64E7-4946-A71F-45C03DF08FC6}" type="presParOf" srcId="{5DAED974-F89F-41DB-8269-1851B85D0886}" destId="{7D78DD81-64D8-4525-AC51-7D202E401E9E}" srcOrd="0" destOrd="0" presId="urn:microsoft.com/office/officeart/2018/5/layout/IconLeafLabelList"/>
    <dgm:cxn modelId="{B7BD9057-AA66-4325-B909-F446FA3B7076}" type="presParOf" srcId="{5DAED974-F89F-41DB-8269-1851B85D0886}" destId="{AEB14800-B98B-42F5-9685-7713D0479313}" srcOrd="1" destOrd="0" presId="urn:microsoft.com/office/officeart/2018/5/layout/IconLeafLabelList"/>
    <dgm:cxn modelId="{94AFF4C3-23BC-434E-B319-01CA6D4F658C}" type="presParOf" srcId="{5DAED974-F89F-41DB-8269-1851B85D0886}" destId="{B2BF456C-45F0-44B0-A84D-745A2B3192AB}" srcOrd="2" destOrd="0" presId="urn:microsoft.com/office/officeart/2018/5/layout/IconLeafLabelList"/>
    <dgm:cxn modelId="{591E4EF9-CD28-4349-BD10-F16748EE99B4}" type="presParOf" srcId="{5DAED974-F89F-41DB-8269-1851B85D0886}" destId="{B05D0AD7-59DE-4ACD-A53D-318870B7A559}" srcOrd="3" destOrd="0" presId="urn:microsoft.com/office/officeart/2018/5/layout/IconLeafLabelList"/>
    <dgm:cxn modelId="{CED74004-4743-490C-A651-14B454A29523}" type="presParOf" srcId="{D3D9CADE-9077-4F2D-9231-10422240810F}" destId="{CDE611DF-62F5-41C5-9556-BC3FECCBB32C}" srcOrd="3" destOrd="0" presId="urn:microsoft.com/office/officeart/2018/5/layout/IconLeafLabelList"/>
    <dgm:cxn modelId="{864CC33C-BDA2-4AF6-B220-13DD1F8FD6E9}" type="presParOf" srcId="{D3D9CADE-9077-4F2D-9231-10422240810F}" destId="{FF5597A5-633B-4847-97D2-D54F47557A8D}" srcOrd="4" destOrd="0" presId="urn:microsoft.com/office/officeart/2018/5/layout/IconLeafLabelList"/>
    <dgm:cxn modelId="{9979E9A0-F97E-4D4E-A0CF-686E75742047}" type="presParOf" srcId="{FF5597A5-633B-4847-97D2-D54F47557A8D}" destId="{F0929742-9B4D-4690-8061-D39AA9314627}" srcOrd="0" destOrd="0" presId="urn:microsoft.com/office/officeart/2018/5/layout/IconLeafLabelList"/>
    <dgm:cxn modelId="{FE7CF9E2-F313-4409-85A6-1DA7E01949DC}" type="presParOf" srcId="{FF5597A5-633B-4847-97D2-D54F47557A8D}" destId="{947D9523-9883-420D-8764-8592F4885F13}" srcOrd="1" destOrd="0" presId="urn:microsoft.com/office/officeart/2018/5/layout/IconLeafLabelList"/>
    <dgm:cxn modelId="{371D63AA-3233-4281-9DA9-278B4E3A7D44}" type="presParOf" srcId="{FF5597A5-633B-4847-97D2-D54F47557A8D}" destId="{887111DD-BF2B-41E1-A285-D52D48CB36C8}" srcOrd="2" destOrd="0" presId="urn:microsoft.com/office/officeart/2018/5/layout/IconLeafLabelList"/>
    <dgm:cxn modelId="{C8393ED0-1DC0-4148-BAE8-7ADE5FEDCF9A}" type="presParOf" srcId="{FF5597A5-633B-4847-97D2-D54F47557A8D}" destId="{6F2F81CC-68B7-4E19-AD69-F91A21BEB7A7}" srcOrd="3" destOrd="0" presId="urn:microsoft.com/office/officeart/2018/5/layout/IconLeafLabelList"/>
    <dgm:cxn modelId="{72C21724-2287-413A-94A8-26436A916F19}" type="presParOf" srcId="{D3D9CADE-9077-4F2D-9231-10422240810F}" destId="{715CDD75-ED7C-400B-B08B-96F0FA775591}" srcOrd="5" destOrd="0" presId="urn:microsoft.com/office/officeart/2018/5/layout/IconLeafLabelList"/>
    <dgm:cxn modelId="{4E634791-2E89-4862-8955-789F8D086088}" type="presParOf" srcId="{D3D9CADE-9077-4F2D-9231-10422240810F}" destId="{C4E405F3-1478-4846-848B-D9DE5AAA22F8}" srcOrd="6" destOrd="0" presId="urn:microsoft.com/office/officeart/2018/5/layout/IconLeafLabelList"/>
    <dgm:cxn modelId="{43102F82-1249-4D47-BC0C-6FA1973E5AD4}" type="presParOf" srcId="{C4E405F3-1478-4846-848B-D9DE5AAA22F8}" destId="{96176267-A180-4CAB-85EF-239722A55C95}" srcOrd="0" destOrd="0" presId="urn:microsoft.com/office/officeart/2018/5/layout/IconLeafLabelList"/>
    <dgm:cxn modelId="{70AB71CE-5579-4C5A-BD61-37B2BE4B490F}" type="presParOf" srcId="{C4E405F3-1478-4846-848B-D9DE5AAA22F8}" destId="{11B76216-FAFB-45BA-85D9-89296A298302}" srcOrd="1" destOrd="0" presId="urn:microsoft.com/office/officeart/2018/5/layout/IconLeafLabelList"/>
    <dgm:cxn modelId="{1B7E1C09-7F79-4B04-8E78-FF25D625854F}" type="presParOf" srcId="{C4E405F3-1478-4846-848B-D9DE5AAA22F8}" destId="{77ABCAD7-A783-4D0B-B2AB-573665E41A5C}" srcOrd="2" destOrd="0" presId="urn:microsoft.com/office/officeart/2018/5/layout/IconLeafLabelList"/>
    <dgm:cxn modelId="{C80D39CF-37F1-43C0-AA28-CBD2B2A376D3}" type="presParOf" srcId="{C4E405F3-1478-4846-848B-D9DE5AAA22F8}" destId="{8A21B358-F911-4BC2-92C6-021AC6D5E560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92EDCAB-D2C7-4F01-8B4B-84FD3EAE9311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1AA5D789-6271-434F-96E5-68D04F43FA48}">
      <dgm:prSet/>
      <dgm:spPr/>
      <dgm:t>
        <a:bodyPr/>
        <a:lstStyle/>
        <a:p>
          <a:pPr>
            <a:defRPr cap="all"/>
          </a:pPr>
          <a:r>
            <a:rPr lang="en-US" b="1" dirty="0" err="1">
              <a:latin typeface="JetBrainsMono NF"/>
            </a:rPr>
            <a:t>Lidé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přirozeně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vidí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vzorce</a:t>
          </a:r>
          <a:r>
            <a:rPr lang="en-US" b="1" dirty="0">
              <a:latin typeface="JetBrainsMono NF"/>
            </a:rPr>
            <a:t> v </a:t>
          </a:r>
          <a:r>
            <a:rPr lang="en-US" b="1" dirty="0" err="1">
              <a:latin typeface="JetBrainsMono NF"/>
            </a:rPr>
            <a:t>chaosu</a:t>
          </a:r>
          <a:r>
            <a:rPr lang="en-US" b="1" dirty="0">
              <a:latin typeface="JetBrainsMono NF"/>
            </a:rPr>
            <a:t> (Gambler's Fallacy)</a:t>
          </a:r>
        </a:p>
      </dgm:t>
    </dgm:pt>
    <dgm:pt modelId="{049B3DFC-AD4D-40FF-8978-4D6F4DFBE651}" type="parTrans" cxnId="{829DB8F9-7B08-496E-A721-3A504691E527}">
      <dgm:prSet/>
      <dgm:spPr/>
      <dgm:t>
        <a:bodyPr/>
        <a:lstStyle/>
        <a:p>
          <a:endParaRPr lang="en-US"/>
        </a:p>
      </dgm:t>
    </dgm:pt>
    <dgm:pt modelId="{AF114C28-5CE1-4058-913E-ACDECFA0C740}" type="sibTrans" cxnId="{829DB8F9-7B08-496E-A721-3A504691E527}">
      <dgm:prSet/>
      <dgm:spPr/>
      <dgm:t>
        <a:bodyPr/>
        <a:lstStyle/>
        <a:p>
          <a:endParaRPr lang="en-US"/>
        </a:p>
      </dgm:t>
    </dgm:pt>
    <dgm:pt modelId="{6B9E4FF2-6CB9-43D8-AF95-154D7FBABF7A}">
      <dgm:prSet/>
      <dgm:spPr/>
      <dgm:t>
        <a:bodyPr/>
        <a:lstStyle/>
        <a:p>
          <a:pPr>
            <a:defRPr cap="all"/>
          </a:pPr>
          <a:r>
            <a:rPr lang="en-US" b="1" dirty="0">
              <a:latin typeface="JetBrainsMono NF"/>
            </a:rPr>
            <a:t>Spotify Shuffle: </a:t>
          </a:r>
          <a:r>
            <a:rPr lang="en-US" b="1" dirty="0" err="1">
              <a:latin typeface="JetBrainsMono NF"/>
            </a:rPr>
            <a:t>Proč</a:t>
          </a:r>
          <a:r>
            <a:rPr lang="en-US" b="1" dirty="0">
              <a:latin typeface="JetBrainsMono NF"/>
            </a:rPr>
            <a:t> '</a:t>
          </a:r>
          <a:r>
            <a:rPr lang="en-US" b="1" dirty="0" err="1">
              <a:latin typeface="JetBrainsMono NF"/>
            </a:rPr>
            <a:t>skutečná</a:t>
          </a:r>
          <a:r>
            <a:rPr lang="en-US" b="1" dirty="0">
              <a:latin typeface="JetBrainsMono NF"/>
            </a:rPr>
            <a:t>' </a:t>
          </a:r>
          <a:r>
            <a:rPr lang="en-US" b="1" dirty="0" err="1">
              <a:latin typeface="JetBrainsMono NF"/>
            </a:rPr>
            <a:t>náhoda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zní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lidem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chybně</a:t>
          </a:r>
          <a:r>
            <a:rPr lang="en-US" b="1" dirty="0">
              <a:latin typeface="JetBrainsMono NF"/>
            </a:rPr>
            <a:t>?</a:t>
          </a:r>
        </a:p>
      </dgm:t>
    </dgm:pt>
    <dgm:pt modelId="{DDBEF153-F241-4D1D-A4AE-1C67C41AE0D3}" type="parTrans" cxnId="{3EDBE6C0-4906-4237-8FAC-B647CC42BFF3}">
      <dgm:prSet/>
      <dgm:spPr/>
      <dgm:t>
        <a:bodyPr/>
        <a:lstStyle/>
        <a:p>
          <a:endParaRPr lang="en-US"/>
        </a:p>
      </dgm:t>
    </dgm:pt>
    <dgm:pt modelId="{EB008FED-FB5C-4DCE-99A6-8C01F6B5E98B}" type="sibTrans" cxnId="{3EDBE6C0-4906-4237-8FAC-B647CC42BFF3}">
      <dgm:prSet/>
      <dgm:spPr/>
      <dgm:t>
        <a:bodyPr/>
        <a:lstStyle/>
        <a:p>
          <a:endParaRPr lang="en-US"/>
        </a:p>
      </dgm:t>
    </dgm:pt>
    <dgm:pt modelId="{0A86E2BF-258A-41E3-9717-609CC8E17AB5}">
      <dgm:prSet/>
      <dgm:spPr/>
      <dgm:t>
        <a:bodyPr/>
        <a:lstStyle/>
        <a:p>
          <a:pPr>
            <a:defRPr cap="all"/>
          </a:pPr>
          <a:r>
            <a:rPr lang="en-US" b="1" dirty="0" err="1">
              <a:latin typeface="JetBrainsMono NF"/>
            </a:rPr>
            <a:t>Algoritmy</a:t>
          </a:r>
          <a:r>
            <a:rPr lang="en-US" b="1" dirty="0">
              <a:latin typeface="JetBrainsMono NF"/>
            </a:rPr>
            <a:t> se </a:t>
          </a:r>
          <a:r>
            <a:rPr lang="en-US" b="1" dirty="0" err="1">
              <a:latin typeface="JetBrainsMono NF"/>
            </a:rPr>
            <a:t>upravují</a:t>
          </a:r>
          <a:r>
            <a:rPr lang="en-US" b="1" dirty="0">
              <a:latin typeface="JetBrainsMono NF"/>
            </a:rPr>
            <a:t>, aby </a:t>
          </a:r>
          <a:r>
            <a:rPr lang="en-US" b="1" dirty="0" err="1">
              <a:latin typeface="JetBrainsMono NF"/>
            </a:rPr>
            <a:t>vypadaly</a:t>
          </a:r>
          <a:r>
            <a:rPr lang="en-US" b="1" dirty="0">
              <a:latin typeface="JetBrainsMono NF"/>
            </a:rPr>
            <a:t> '</a:t>
          </a:r>
          <a:r>
            <a:rPr lang="en-US" b="1" dirty="0" err="1">
              <a:latin typeface="JetBrainsMono NF"/>
            </a:rPr>
            <a:t>víc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náhodně</a:t>
          </a:r>
          <a:r>
            <a:rPr lang="en-US" b="1" dirty="0">
              <a:latin typeface="JetBrainsMono NF"/>
            </a:rPr>
            <a:t>' </a:t>
          </a:r>
          <a:r>
            <a:rPr lang="en-US" b="1" dirty="0" err="1">
              <a:latin typeface="JetBrainsMono NF"/>
            </a:rPr>
            <a:t>tím</a:t>
          </a:r>
          <a:r>
            <a:rPr lang="en-US" b="1" dirty="0">
              <a:latin typeface="JetBrainsMono NF"/>
            </a:rPr>
            <a:t>, </a:t>
          </a:r>
          <a:r>
            <a:rPr lang="en-US" b="1" dirty="0" err="1">
              <a:latin typeface="JetBrainsMono NF"/>
            </a:rPr>
            <a:t>že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náhodu</a:t>
          </a:r>
          <a:r>
            <a:rPr lang="en-US" b="1" dirty="0">
              <a:latin typeface="JetBrainsMono NF"/>
            </a:rPr>
            <a:t> </a:t>
          </a:r>
          <a:r>
            <a:rPr lang="en-US" b="1" dirty="0" err="1">
              <a:latin typeface="JetBrainsMono NF"/>
            </a:rPr>
            <a:t>omezí</a:t>
          </a:r>
          <a:r>
            <a:rPr lang="en-US" b="1" dirty="0">
              <a:latin typeface="JetBrainsMono NF"/>
            </a:rPr>
            <a:t>.</a:t>
          </a:r>
        </a:p>
      </dgm:t>
    </dgm:pt>
    <dgm:pt modelId="{F4A6FD12-37C7-4D11-845F-50695B24C59F}" type="parTrans" cxnId="{11A17D92-6695-419E-9A16-8B26F7058719}">
      <dgm:prSet/>
      <dgm:spPr/>
      <dgm:t>
        <a:bodyPr/>
        <a:lstStyle/>
        <a:p>
          <a:endParaRPr lang="en-US"/>
        </a:p>
      </dgm:t>
    </dgm:pt>
    <dgm:pt modelId="{4E825B4D-32AF-4D4B-8136-17F096452A05}" type="sibTrans" cxnId="{11A17D92-6695-419E-9A16-8B26F7058719}">
      <dgm:prSet/>
      <dgm:spPr/>
      <dgm:t>
        <a:bodyPr/>
        <a:lstStyle/>
        <a:p>
          <a:endParaRPr lang="en-US"/>
        </a:p>
      </dgm:t>
    </dgm:pt>
    <dgm:pt modelId="{2EA21160-535B-4122-9084-589FB7D6A961}" type="pres">
      <dgm:prSet presAssocID="{792EDCAB-D2C7-4F01-8B4B-84FD3EAE9311}" presName="root" presStyleCnt="0">
        <dgm:presLayoutVars>
          <dgm:dir/>
          <dgm:resizeHandles val="exact"/>
        </dgm:presLayoutVars>
      </dgm:prSet>
      <dgm:spPr/>
    </dgm:pt>
    <dgm:pt modelId="{96035613-E271-4616-98E8-35401355E87F}" type="pres">
      <dgm:prSet presAssocID="{1AA5D789-6271-434F-96E5-68D04F43FA48}" presName="compNode" presStyleCnt="0"/>
      <dgm:spPr/>
    </dgm:pt>
    <dgm:pt modelId="{6C2E62BD-EEEE-4A8C-B9DC-649C14403D13}" type="pres">
      <dgm:prSet presAssocID="{1AA5D789-6271-434F-96E5-68D04F43FA48}" presName="iconBgRect" presStyleLbl="bgShp" presStyleIdx="0" presStyleCnt="3"/>
      <dgm:spPr/>
    </dgm:pt>
    <dgm:pt modelId="{6B5340FC-A969-4CCF-A61E-6EC4807D4533}" type="pres">
      <dgm:prSet presAssocID="{1AA5D789-6271-434F-96E5-68D04F43FA4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řičíst"/>
        </a:ext>
      </dgm:extLst>
    </dgm:pt>
    <dgm:pt modelId="{797B7E79-800D-4CF5-A748-559CE9B0C404}" type="pres">
      <dgm:prSet presAssocID="{1AA5D789-6271-434F-96E5-68D04F43FA48}" presName="spaceRect" presStyleCnt="0"/>
      <dgm:spPr/>
    </dgm:pt>
    <dgm:pt modelId="{318687CA-2CE1-4895-8B72-D45F1F0CB658}" type="pres">
      <dgm:prSet presAssocID="{1AA5D789-6271-434F-96E5-68D04F43FA48}" presName="textRect" presStyleLbl="revTx" presStyleIdx="0" presStyleCnt="3">
        <dgm:presLayoutVars>
          <dgm:chMax val="1"/>
          <dgm:chPref val="1"/>
        </dgm:presLayoutVars>
      </dgm:prSet>
      <dgm:spPr/>
    </dgm:pt>
    <dgm:pt modelId="{C897E463-C642-4883-B6BD-5E98F7AFDAAD}" type="pres">
      <dgm:prSet presAssocID="{AF114C28-5CE1-4058-913E-ACDECFA0C740}" presName="sibTrans" presStyleCnt="0"/>
      <dgm:spPr/>
    </dgm:pt>
    <dgm:pt modelId="{61B16745-DE59-4DCF-B052-9F9F9FB5833B}" type="pres">
      <dgm:prSet presAssocID="{6B9E4FF2-6CB9-43D8-AF95-154D7FBABF7A}" presName="compNode" presStyleCnt="0"/>
      <dgm:spPr/>
    </dgm:pt>
    <dgm:pt modelId="{D4BD71E5-5E85-4105-84E3-165445B39120}" type="pres">
      <dgm:prSet presAssocID="{6B9E4FF2-6CB9-43D8-AF95-154D7FBABF7A}" presName="iconBgRect" presStyleLbl="bgShp" presStyleIdx="1" presStyleCnt="3"/>
      <dgm:spPr/>
    </dgm:pt>
    <dgm:pt modelId="{EE5069D1-4B09-4536-9C0C-D69B2D01CEBB}" type="pres">
      <dgm:prSet presAssocID="{6B9E4FF2-6CB9-43D8-AF95-154D7FBABF7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vozovky"/>
        </a:ext>
      </dgm:extLst>
    </dgm:pt>
    <dgm:pt modelId="{BCD00BF4-F5FE-41E3-9A41-0A555EF320D5}" type="pres">
      <dgm:prSet presAssocID="{6B9E4FF2-6CB9-43D8-AF95-154D7FBABF7A}" presName="spaceRect" presStyleCnt="0"/>
      <dgm:spPr/>
    </dgm:pt>
    <dgm:pt modelId="{D043FFA4-10FF-4CCF-B33A-355306B27AFC}" type="pres">
      <dgm:prSet presAssocID="{6B9E4FF2-6CB9-43D8-AF95-154D7FBABF7A}" presName="textRect" presStyleLbl="revTx" presStyleIdx="1" presStyleCnt="3">
        <dgm:presLayoutVars>
          <dgm:chMax val="1"/>
          <dgm:chPref val="1"/>
        </dgm:presLayoutVars>
      </dgm:prSet>
      <dgm:spPr/>
    </dgm:pt>
    <dgm:pt modelId="{97F2B3BC-519F-4DD5-87DE-7664BDD6EC5D}" type="pres">
      <dgm:prSet presAssocID="{EB008FED-FB5C-4DCE-99A6-8C01F6B5E98B}" presName="sibTrans" presStyleCnt="0"/>
      <dgm:spPr/>
    </dgm:pt>
    <dgm:pt modelId="{DE20A863-42C9-4938-9662-2BC4681429EC}" type="pres">
      <dgm:prSet presAssocID="{0A86E2BF-258A-41E3-9717-609CC8E17AB5}" presName="compNode" presStyleCnt="0"/>
      <dgm:spPr/>
    </dgm:pt>
    <dgm:pt modelId="{0209DF70-D5D0-4466-8D84-6AC4306356E9}" type="pres">
      <dgm:prSet presAssocID="{0A86E2BF-258A-41E3-9717-609CC8E17AB5}" presName="iconBgRect" presStyleLbl="bgShp" presStyleIdx="2" presStyleCnt="3"/>
      <dgm:spPr/>
    </dgm:pt>
    <dgm:pt modelId="{7F4C15CD-8363-46DD-8101-A2F0551E091E}" type="pres">
      <dgm:prSet presAssocID="{0A86E2BF-258A-41E3-9717-609CC8E17AB5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bliny"/>
        </a:ext>
      </dgm:extLst>
    </dgm:pt>
    <dgm:pt modelId="{8AAC80FB-AAAA-4FF9-9275-562181C066A1}" type="pres">
      <dgm:prSet presAssocID="{0A86E2BF-258A-41E3-9717-609CC8E17AB5}" presName="spaceRect" presStyleCnt="0"/>
      <dgm:spPr/>
    </dgm:pt>
    <dgm:pt modelId="{ADBF5DC9-2A40-4D2E-9E7A-493DCE72B35B}" type="pres">
      <dgm:prSet presAssocID="{0A86E2BF-258A-41E3-9717-609CC8E17AB5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36E7E06-905F-4A0E-8FF4-36F91370A5C4}" type="presOf" srcId="{6B9E4FF2-6CB9-43D8-AF95-154D7FBABF7A}" destId="{D043FFA4-10FF-4CCF-B33A-355306B27AFC}" srcOrd="0" destOrd="0" presId="urn:microsoft.com/office/officeart/2018/5/layout/IconCircleLabelList"/>
    <dgm:cxn modelId="{8CE95936-E209-4868-84C7-C28DA599D599}" type="presOf" srcId="{792EDCAB-D2C7-4F01-8B4B-84FD3EAE9311}" destId="{2EA21160-535B-4122-9084-589FB7D6A961}" srcOrd="0" destOrd="0" presId="urn:microsoft.com/office/officeart/2018/5/layout/IconCircleLabelList"/>
    <dgm:cxn modelId="{9052B971-DE1D-4B14-B454-37BBC42EED62}" type="presOf" srcId="{1AA5D789-6271-434F-96E5-68D04F43FA48}" destId="{318687CA-2CE1-4895-8B72-D45F1F0CB658}" srcOrd="0" destOrd="0" presId="urn:microsoft.com/office/officeart/2018/5/layout/IconCircleLabelList"/>
    <dgm:cxn modelId="{11A17D92-6695-419E-9A16-8B26F7058719}" srcId="{792EDCAB-D2C7-4F01-8B4B-84FD3EAE9311}" destId="{0A86E2BF-258A-41E3-9717-609CC8E17AB5}" srcOrd="2" destOrd="0" parTransId="{F4A6FD12-37C7-4D11-845F-50695B24C59F}" sibTransId="{4E825B4D-32AF-4D4B-8136-17F096452A05}"/>
    <dgm:cxn modelId="{3EDBE6C0-4906-4237-8FAC-B647CC42BFF3}" srcId="{792EDCAB-D2C7-4F01-8B4B-84FD3EAE9311}" destId="{6B9E4FF2-6CB9-43D8-AF95-154D7FBABF7A}" srcOrd="1" destOrd="0" parTransId="{DDBEF153-F241-4D1D-A4AE-1C67C41AE0D3}" sibTransId="{EB008FED-FB5C-4DCE-99A6-8C01F6B5E98B}"/>
    <dgm:cxn modelId="{F0A95FF4-559A-4F1E-A628-15993075F050}" type="presOf" srcId="{0A86E2BF-258A-41E3-9717-609CC8E17AB5}" destId="{ADBF5DC9-2A40-4D2E-9E7A-493DCE72B35B}" srcOrd="0" destOrd="0" presId="urn:microsoft.com/office/officeart/2018/5/layout/IconCircleLabelList"/>
    <dgm:cxn modelId="{829DB8F9-7B08-496E-A721-3A504691E527}" srcId="{792EDCAB-D2C7-4F01-8B4B-84FD3EAE9311}" destId="{1AA5D789-6271-434F-96E5-68D04F43FA48}" srcOrd="0" destOrd="0" parTransId="{049B3DFC-AD4D-40FF-8978-4D6F4DFBE651}" sibTransId="{AF114C28-5CE1-4058-913E-ACDECFA0C740}"/>
    <dgm:cxn modelId="{A2585DA8-406B-4DF2-9CB5-066F81D165EC}" type="presParOf" srcId="{2EA21160-535B-4122-9084-589FB7D6A961}" destId="{96035613-E271-4616-98E8-35401355E87F}" srcOrd="0" destOrd="0" presId="urn:microsoft.com/office/officeart/2018/5/layout/IconCircleLabelList"/>
    <dgm:cxn modelId="{DE0C76BB-CD99-4359-B4CC-DD778AE4B8E4}" type="presParOf" srcId="{96035613-E271-4616-98E8-35401355E87F}" destId="{6C2E62BD-EEEE-4A8C-B9DC-649C14403D13}" srcOrd="0" destOrd="0" presId="urn:microsoft.com/office/officeart/2018/5/layout/IconCircleLabelList"/>
    <dgm:cxn modelId="{39BB4CA5-E541-451E-821F-59EC1F5C31CE}" type="presParOf" srcId="{96035613-E271-4616-98E8-35401355E87F}" destId="{6B5340FC-A969-4CCF-A61E-6EC4807D4533}" srcOrd="1" destOrd="0" presId="urn:microsoft.com/office/officeart/2018/5/layout/IconCircleLabelList"/>
    <dgm:cxn modelId="{73E1AB58-C532-4823-9ECE-234DC76E30A4}" type="presParOf" srcId="{96035613-E271-4616-98E8-35401355E87F}" destId="{797B7E79-800D-4CF5-A748-559CE9B0C404}" srcOrd="2" destOrd="0" presId="urn:microsoft.com/office/officeart/2018/5/layout/IconCircleLabelList"/>
    <dgm:cxn modelId="{40FF469C-B62E-40A9-B4E9-199C3B360026}" type="presParOf" srcId="{96035613-E271-4616-98E8-35401355E87F}" destId="{318687CA-2CE1-4895-8B72-D45F1F0CB658}" srcOrd="3" destOrd="0" presId="urn:microsoft.com/office/officeart/2018/5/layout/IconCircleLabelList"/>
    <dgm:cxn modelId="{8E424F39-EE31-4736-B616-89F750AA62AD}" type="presParOf" srcId="{2EA21160-535B-4122-9084-589FB7D6A961}" destId="{C897E463-C642-4883-B6BD-5E98F7AFDAAD}" srcOrd="1" destOrd="0" presId="urn:microsoft.com/office/officeart/2018/5/layout/IconCircleLabelList"/>
    <dgm:cxn modelId="{7675D24F-F7AA-450F-9505-CA881597E1CB}" type="presParOf" srcId="{2EA21160-535B-4122-9084-589FB7D6A961}" destId="{61B16745-DE59-4DCF-B052-9F9F9FB5833B}" srcOrd="2" destOrd="0" presId="urn:microsoft.com/office/officeart/2018/5/layout/IconCircleLabelList"/>
    <dgm:cxn modelId="{BEDB3BDB-A7C3-40A6-9805-08E33E6790BD}" type="presParOf" srcId="{61B16745-DE59-4DCF-B052-9F9F9FB5833B}" destId="{D4BD71E5-5E85-4105-84E3-165445B39120}" srcOrd="0" destOrd="0" presId="urn:microsoft.com/office/officeart/2018/5/layout/IconCircleLabelList"/>
    <dgm:cxn modelId="{466ADCD0-4AD6-4690-8D73-D86B0DC92481}" type="presParOf" srcId="{61B16745-DE59-4DCF-B052-9F9F9FB5833B}" destId="{EE5069D1-4B09-4536-9C0C-D69B2D01CEBB}" srcOrd="1" destOrd="0" presId="urn:microsoft.com/office/officeart/2018/5/layout/IconCircleLabelList"/>
    <dgm:cxn modelId="{6A9A6CA4-10A2-4E94-A69E-974A34F6E4DF}" type="presParOf" srcId="{61B16745-DE59-4DCF-B052-9F9F9FB5833B}" destId="{BCD00BF4-F5FE-41E3-9A41-0A555EF320D5}" srcOrd="2" destOrd="0" presId="urn:microsoft.com/office/officeart/2018/5/layout/IconCircleLabelList"/>
    <dgm:cxn modelId="{61B79880-2D4D-4E92-B880-1717D7494D94}" type="presParOf" srcId="{61B16745-DE59-4DCF-B052-9F9F9FB5833B}" destId="{D043FFA4-10FF-4CCF-B33A-355306B27AFC}" srcOrd="3" destOrd="0" presId="urn:microsoft.com/office/officeart/2018/5/layout/IconCircleLabelList"/>
    <dgm:cxn modelId="{E72E63F6-C407-4556-AA91-8ED51511CFCB}" type="presParOf" srcId="{2EA21160-535B-4122-9084-589FB7D6A961}" destId="{97F2B3BC-519F-4DD5-87DE-7664BDD6EC5D}" srcOrd="3" destOrd="0" presId="urn:microsoft.com/office/officeart/2018/5/layout/IconCircleLabelList"/>
    <dgm:cxn modelId="{1296DED4-F437-4427-B218-357962FC64A4}" type="presParOf" srcId="{2EA21160-535B-4122-9084-589FB7D6A961}" destId="{DE20A863-42C9-4938-9662-2BC4681429EC}" srcOrd="4" destOrd="0" presId="urn:microsoft.com/office/officeart/2018/5/layout/IconCircleLabelList"/>
    <dgm:cxn modelId="{75823475-534E-4E82-A713-4135E3FF581D}" type="presParOf" srcId="{DE20A863-42C9-4938-9662-2BC4681429EC}" destId="{0209DF70-D5D0-4466-8D84-6AC4306356E9}" srcOrd="0" destOrd="0" presId="urn:microsoft.com/office/officeart/2018/5/layout/IconCircleLabelList"/>
    <dgm:cxn modelId="{F5AE9DC1-A5B6-4BD7-8A3C-7179905EB7E6}" type="presParOf" srcId="{DE20A863-42C9-4938-9662-2BC4681429EC}" destId="{7F4C15CD-8363-46DD-8101-A2F0551E091E}" srcOrd="1" destOrd="0" presId="urn:microsoft.com/office/officeart/2018/5/layout/IconCircleLabelList"/>
    <dgm:cxn modelId="{5301A474-54B8-40EE-AEA4-E234FC7F7DA1}" type="presParOf" srcId="{DE20A863-42C9-4938-9662-2BC4681429EC}" destId="{8AAC80FB-AAAA-4FF9-9275-562181C066A1}" srcOrd="2" destOrd="0" presId="urn:microsoft.com/office/officeart/2018/5/layout/IconCircleLabelList"/>
    <dgm:cxn modelId="{1D26C4C3-9CB2-42A8-B7A5-0FDA9D284EFB}" type="presParOf" srcId="{DE20A863-42C9-4938-9662-2BC4681429EC}" destId="{ADBF5DC9-2A40-4D2E-9E7A-493DCE72B35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8BA583-D036-44C7-9EFF-7E382006F8EB}">
      <dsp:nvSpPr>
        <dsp:cNvPr id="0" name=""/>
        <dsp:cNvSpPr/>
      </dsp:nvSpPr>
      <dsp:spPr>
        <a:xfrm>
          <a:off x="0" y="711351"/>
          <a:ext cx="9035379" cy="13403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1246" tIns="479044" rIns="701246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b="1" kern="1200" dirty="0" err="1">
              <a:latin typeface="JetBrainsMono NF"/>
            </a:rPr>
            <a:t>Periodicita</a:t>
          </a:r>
          <a:r>
            <a:rPr lang="en-US" sz="2300" b="0" kern="1200" dirty="0">
              <a:latin typeface="JetBrainsMono NF"/>
            </a:rPr>
            <a:t>: </a:t>
          </a:r>
          <a:r>
            <a:rPr lang="en-US" sz="2300" b="0" kern="1200" dirty="0" err="1">
              <a:latin typeface="JetBrainsMono NF"/>
            </a:rPr>
            <a:t>řada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generovaných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čísel</a:t>
          </a:r>
          <a:r>
            <a:rPr lang="en-US" sz="2300" b="0" kern="1200" dirty="0">
              <a:latin typeface="JetBrainsMono NF"/>
            </a:rPr>
            <a:t> se </a:t>
          </a:r>
          <a:r>
            <a:rPr lang="en-US" sz="2300" b="0" kern="1200" dirty="0" err="1">
              <a:latin typeface="JetBrainsMono NF"/>
            </a:rPr>
            <a:t>opakuje</a:t>
          </a:r>
          <a:endParaRPr lang="en-US" sz="2300" kern="1200" dirty="0">
            <a:latin typeface="JetBrainsMono NF"/>
          </a:endParaRP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b="1" kern="1200" dirty="0" err="1">
              <a:latin typeface="JetBrainsMono NF"/>
            </a:rPr>
            <a:t>Efektivita</a:t>
          </a:r>
          <a:r>
            <a:rPr lang="en-US" sz="2300" b="0" kern="1200" dirty="0">
              <a:latin typeface="JetBrainsMono NF"/>
            </a:rPr>
            <a:t>: </a:t>
          </a:r>
          <a:r>
            <a:rPr lang="en-US" sz="2300" b="0" kern="1200" dirty="0" err="1">
              <a:latin typeface="JetBrainsMono NF"/>
            </a:rPr>
            <a:t>rychlost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výpočtu</a:t>
          </a:r>
          <a:endParaRPr lang="en-US" sz="2300" kern="1200" dirty="0">
            <a:latin typeface="JetBrainsMono NF"/>
          </a:endParaRPr>
        </a:p>
      </dsp:txBody>
      <dsp:txXfrm>
        <a:off x="0" y="711351"/>
        <a:ext cx="9035379" cy="1340325"/>
      </dsp:txXfrm>
    </dsp:sp>
    <dsp:sp modelId="{E6506286-F065-4668-B3B7-CF7BC9630185}">
      <dsp:nvSpPr>
        <dsp:cNvPr id="0" name=""/>
        <dsp:cNvSpPr/>
      </dsp:nvSpPr>
      <dsp:spPr>
        <a:xfrm>
          <a:off x="451768" y="371871"/>
          <a:ext cx="6324765" cy="6789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61" tIns="0" rIns="239061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kern="1200" dirty="0" err="1">
              <a:latin typeface="JetBrainsMono NF"/>
            </a:rPr>
            <a:t>Vlastnosti</a:t>
          </a:r>
          <a:r>
            <a:rPr lang="en-US" sz="2300" b="0" kern="1200" dirty="0">
              <a:latin typeface="JetBrainsMono NF"/>
            </a:rPr>
            <a:t>:</a:t>
          </a:r>
          <a:endParaRPr lang="en-US" sz="2300" kern="1200" dirty="0">
            <a:latin typeface="JetBrainsMono NF"/>
          </a:endParaRPr>
        </a:p>
      </dsp:txBody>
      <dsp:txXfrm>
        <a:off x="484912" y="405015"/>
        <a:ext cx="6258477" cy="612672"/>
      </dsp:txXfrm>
    </dsp:sp>
    <dsp:sp modelId="{EB54E0E6-3F9C-4636-9EBE-E33802188B21}">
      <dsp:nvSpPr>
        <dsp:cNvPr id="0" name=""/>
        <dsp:cNvSpPr/>
      </dsp:nvSpPr>
      <dsp:spPr>
        <a:xfrm>
          <a:off x="0" y="2515357"/>
          <a:ext cx="9035379" cy="57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6B18F-614A-4243-AFE2-143BDE157381}">
      <dsp:nvSpPr>
        <dsp:cNvPr id="0" name=""/>
        <dsp:cNvSpPr/>
      </dsp:nvSpPr>
      <dsp:spPr>
        <a:xfrm>
          <a:off x="451768" y="2175877"/>
          <a:ext cx="6324765" cy="678960"/>
        </a:xfrm>
        <a:prstGeom prst="roundRect">
          <a:avLst/>
        </a:prstGeom>
        <a:solidFill>
          <a:schemeClr val="accent2">
            <a:hueOff val="-10777498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61" tIns="0" rIns="239061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kern="1200" dirty="0" err="1">
              <a:latin typeface="JetBrainsMono NF"/>
            </a:rPr>
            <a:t>Náhoda</a:t>
          </a:r>
          <a:r>
            <a:rPr lang="en-US" sz="2300" b="0" kern="1200" dirty="0">
              <a:latin typeface="JetBrainsMono NF"/>
            </a:rPr>
            <a:t> je </a:t>
          </a:r>
          <a:r>
            <a:rPr lang="en-US" sz="2300" b="0" kern="1200" dirty="0" err="1">
              <a:latin typeface="JetBrainsMono NF"/>
            </a:rPr>
            <a:t>jen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řada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čísel</a:t>
          </a:r>
          <a:r>
            <a:rPr lang="en-US" sz="2300" b="0" kern="1200" dirty="0">
              <a:latin typeface="JetBrainsMono NF"/>
            </a:rPr>
            <a:t>, </a:t>
          </a:r>
          <a:r>
            <a:rPr lang="en-US" sz="2300" b="0" kern="1200" dirty="0" err="1">
              <a:latin typeface="JetBrainsMono NF"/>
            </a:rPr>
            <a:t>jejíž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pravidlo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neznáme</a:t>
          </a:r>
          <a:endParaRPr lang="en-US" sz="2300" kern="1200" dirty="0">
            <a:latin typeface="JetBrainsMono NF"/>
          </a:endParaRPr>
        </a:p>
      </dsp:txBody>
      <dsp:txXfrm>
        <a:off x="484912" y="2209021"/>
        <a:ext cx="6258477" cy="61267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78CBB0-EA0B-449F-87BC-E251C0FD75CA}">
      <dsp:nvSpPr>
        <dsp:cNvPr id="0" name=""/>
        <dsp:cNvSpPr/>
      </dsp:nvSpPr>
      <dsp:spPr>
        <a:xfrm>
          <a:off x="604939" y="315914"/>
          <a:ext cx="1612687" cy="161268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08DEFC-D248-4690-BA5B-34AF6FF8A0DB}">
      <dsp:nvSpPr>
        <dsp:cNvPr id="0" name=""/>
        <dsp:cNvSpPr/>
      </dsp:nvSpPr>
      <dsp:spPr>
        <a:xfrm>
          <a:off x="948627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F9282E-0822-4E1D-973C-ED203D407E39}">
      <dsp:nvSpPr>
        <dsp:cNvPr id="0" name=""/>
        <dsp:cNvSpPr/>
      </dsp:nvSpPr>
      <dsp:spPr>
        <a:xfrm>
          <a:off x="89408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 err="1">
              <a:latin typeface="JetBrainsMono NF"/>
            </a:rPr>
            <a:t>Před</a:t>
          </a:r>
          <a:r>
            <a:rPr lang="en-US" sz="1400" b="1" kern="1200" dirty="0">
              <a:latin typeface="JetBrainsMono NF"/>
            </a:rPr>
            <a:t> </a:t>
          </a:r>
          <a:r>
            <a:rPr lang="en-US" sz="1400" b="1" kern="1200" dirty="0" err="1">
              <a:latin typeface="JetBrainsMono NF"/>
            </a:rPr>
            <a:t>počítači</a:t>
          </a:r>
          <a:r>
            <a:rPr lang="en-US" sz="1400" b="1" kern="1200" dirty="0">
              <a:latin typeface="JetBrainsMono NF"/>
            </a:rPr>
            <a:t>: </a:t>
          </a:r>
          <a:r>
            <a:rPr lang="en-US" sz="1400" b="1" kern="1200" dirty="0" err="1">
              <a:latin typeface="JetBrainsMono NF"/>
            </a:rPr>
            <a:t>fyzické</a:t>
          </a:r>
          <a:r>
            <a:rPr lang="en-US" sz="1400" b="1" kern="1200" dirty="0">
              <a:latin typeface="JetBrainsMono NF"/>
            </a:rPr>
            <a:t> </a:t>
          </a:r>
          <a:r>
            <a:rPr lang="en-US" sz="1400" b="1" kern="1200" dirty="0" err="1">
              <a:latin typeface="JetBrainsMono NF"/>
            </a:rPr>
            <a:t>tabulky</a:t>
          </a:r>
          <a:r>
            <a:rPr lang="en-US" sz="1400" b="1" kern="1200" dirty="0">
              <a:latin typeface="JetBrainsMono NF"/>
            </a:rPr>
            <a:t> (</a:t>
          </a:r>
          <a:r>
            <a:rPr lang="en-US" sz="1400" b="1" kern="1200" dirty="0" err="1">
              <a:latin typeface="JetBrainsMono NF"/>
            </a:rPr>
            <a:t>kniha</a:t>
          </a:r>
          <a:r>
            <a:rPr lang="en-US" sz="1400" b="1" kern="1200" dirty="0">
              <a:latin typeface="JetBrainsMono NF"/>
            </a:rPr>
            <a:t> A million Random Digits, 1955)</a:t>
          </a:r>
        </a:p>
      </dsp:txBody>
      <dsp:txXfrm>
        <a:off x="89408" y="2430914"/>
        <a:ext cx="2643750" cy="720000"/>
      </dsp:txXfrm>
    </dsp:sp>
    <dsp:sp modelId="{EEE0BEDD-73BC-4B05-BF4A-3F36742B3B47}">
      <dsp:nvSpPr>
        <dsp:cNvPr id="0" name=""/>
        <dsp:cNvSpPr/>
      </dsp:nvSpPr>
      <dsp:spPr>
        <a:xfrm>
          <a:off x="3711345" y="315914"/>
          <a:ext cx="1612687" cy="161268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EB2B42-5703-4D7B-A113-E5AA516513A9}">
      <dsp:nvSpPr>
        <dsp:cNvPr id="0" name=""/>
        <dsp:cNvSpPr/>
      </dsp:nvSpPr>
      <dsp:spPr>
        <a:xfrm>
          <a:off x="4055033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F07FD2-A910-4851-9C82-C520426A4701}">
      <dsp:nvSpPr>
        <dsp:cNvPr id="0" name=""/>
        <dsp:cNvSpPr/>
      </dsp:nvSpPr>
      <dsp:spPr>
        <a:xfrm>
          <a:off x="3195814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>
              <a:latin typeface="JetBrainsMono NF"/>
            </a:rPr>
            <a:t>John Von Neumann: </a:t>
          </a:r>
          <a:r>
            <a:rPr lang="en-US" sz="1400" b="1" kern="1200" dirty="0" err="1">
              <a:latin typeface="JetBrainsMono NF"/>
            </a:rPr>
            <a:t>metoda</a:t>
          </a:r>
          <a:r>
            <a:rPr lang="en-US" sz="1400" b="1" kern="1200" dirty="0">
              <a:latin typeface="JetBrainsMono NF"/>
            </a:rPr>
            <a:t> </a:t>
          </a:r>
          <a:r>
            <a:rPr lang="en-US" sz="1400" b="1" kern="1200" dirty="0" err="1">
              <a:latin typeface="JetBrainsMono NF"/>
            </a:rPr>
            <a:t>prostředních</a:t>
          </a:r>
          <a:r>
            <a:rPr lang="en-US" sz="1400" b="1" kern="1200" dirty="0">
              <a:latin typeface="JetBrainsMono NF"/>
            </a:rPr>
            <a:t> </a:t>
          </a:r>
          <a:r>
            <a:rPr lang="en-US" sz="1400" b="1" kern="1200" dirty="0" err="1">
              <a:latin typeface="JetBrainsMono NF"/>
            </a:rPr>
            <a:t>čtverců</a:t>
          </a:r>
          <a:r>
            <a:rPr lang="en-US" sz="1400" b="1" kern="1200" dirty="0">
              <a:latin typeface="JetBrainsMono NF"/>
            </a:rPr>
            <a:t> – </a:t>
          </a:r>
          <a:r>
            <a:rPr lang="en-US" sz="1400" b="1" kern="1200" dirty="0" err="1">
              <a:latin typeface="JetBrainsMono NF"/>
            </a:rPr>
            <a:t>první</a:t>
          </a:r>
          <a:r>
            <a:rPr lang="en-US" sz="1400" b="1" kern="1200" dirty="0">
              <a:latin typeface="JetBrainsMono NF"/>
            </a:rPr>
            <a:t> </a:t>
          </a:r>
          <a:r>
            <a:rPr lang="en-US" sz="1400" b="1" kern="1200" dirty="0" err="1">
              <a:latin typeface="JetBrainsMono NF"/>
            </a:rPr>
            <a:t>generování</a:t>
          </a:r>
          <a:r>
            <a:rPr lang="en-US" sz="1400" b="1" kern="1200" dirty="0">
              <a:latin typeface="JetBrainsMono NF"/>
            </a:rPr>
            <a:t> </a:t>
          </a:r>
          <a:r>
            <a:rPr lang="en-US" sz="1400" b="1" kern="1200" dirty="0" err="1">
              <a:latin typeface="JetBrainsMono NF"/>
            </a:rPr>
            <a:t>čísel</a:t>
          </a:r>
          <a:r>
            <a:rPr lang="en-US" sz="1400" b="1" kern="1200" dirty="0">
              <a:latin typeface="JetBrainsMono NF"/>
            </a:rPr>
            <a:t> </a:t>
          </a:r>
          <a:r>
            <a:rPr lang="en-US" sz="1400" b="1" kern="1200" dirty="0" err="1">
              <a:latin typeface="JetBrainsMono NF"/>
            </a:rPr>
            <a:t>algoritmem</a:t>
          </a:r>
          <a:endParaRPr lang="en-US" sz="1400" b="1" kern="1200" dirty="0">
            <a:latin typeface="JetBrainsMono NF"/>
          </a:endParaRPr>
        </a:p>
      </dsp:txBody>
      <dsp:txXfrm>
        <a:off x="3195814" y="2430914"/>
        <a:ext cx="2643750" cy="720000"/>
      </dsp:txXfrm>
    </dsp:sp>
    <dsp:sp modelId="{5A4895D5-B5D8-45C6-A250-89C2959EF273}">
      <dsp:nvSpPr>
        <dsp:cNvPr id="0" name=""/>
        <dsp:cNvSpPr/>
      </dsp:nvSpPr>
      <dsp:spPr>
        <a:xfrm>
          <a:off x="6817752" y="315914"/>
          <a:ext cx="1612687" cy="1612687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444E96-2F6D-4A34-A77A-18E9273634E9}">
      <dsp:nvSpPr>
        <dsp:cNvPr id="0" name=""/>
        <dsp:cNvSpPr/>
      </dsp:nvSpPr>
      <dsp:spPr>
        <a:xfrm>
          <a:off x="7161439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955F5D-BF62-4ECA-B4F9-183FE2023A01}">
      <dsp:nvSpPr>
        <dsp:cNvPr id="0" name=""/>
        <dsp:cNvSpPr/>
      </dsp:nvSpPr>
      <dsp:spPr>
        <a:xfrm>
          <a:off x="6302220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 err="1">
              <a:latin typeface="JetBrainsMono NF"/>
            </a:rPr>
            <a:t>Hlavní</a:t>
          </a:r>
          <a:r>
            <a:rPr lang="en-US" sz="1400" b="1" kern="1200" dirty="0">
              <a:latin typeface="JetBrainsMono NF"/>
            </a:rPr>
            <a:t> </a:t>
          </a:r>
          <a:r>
            <a:rPr lang="en-US" sz="1400" b="1" kern="1200" dirty="0" err="1">
              <a:latin typeface="JetBrainsMono NF"/>
            </a:rPr>
            <a:t>problém</a:t>
          </a:r>
          <a:r>
            <a:rPr lang="en-US" sz="1400" b="1" kern="1200" dirty="0">
              <a:latin typeface="JetBrainsMono NF"/>
            </a:rPr>
            <a:t>: </a:t>
          </a:r>
          <a:r>
            <a:rPr lang="en-US" sz="1400" b="1" kern="1200" dirty="0" err="1">
              <a:latin typeface="JetBrainsMono NF"/>
            </a:rPr>
            <a:t>krátká</a:t>
          </a:r>
          <a:r>
            <a:rPr lang="en-US" sz="1400" b="1" kern="1200" dirty="0">
              <a:latin typeface="JetBrainsMono NF"/>
            </a:rPr>
            <a:t> </a:t>
          </a:r>
          <a:r>
            <a:rPr lang="en-US" sz="1400" b="1" kern="1200" dirty="0" err="1">
              <a:latin typeface="JetBrainsMono NF"/>
            </a:rPr>
            <a:t>perioda</a:t>
          </a:r>
          <a:endParaRPr lang="en-US" sz="1400" b="1" kern="1200" dirty="0">
            <a:latin typeface="JetBrainsMono NF"/>
          </a:endParaRPr>
        </a:p>
      </dsp:txBody>
      <dsp:txXfrm>
        <a:off x="6302220" y="2430914"/>
        <a:ext cx="26437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520F78-57E5-458A-81AD-B93F5A6094BD}">
      <dsp:nvSpPr>
        <dsp:cNvPr id="0" name=""/>
        <dsp:cNvSpPr/>
      </dsp:nvSpPr>
      <dsp:spPr>
        <a:xfrm>
          <a:off x="0" y="176597"/>
          <a:ext cx="8098524" cy="6715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 err="1">
              <a:latin typeface="JetBrainsMono NF"/>
            </a:rPr>
            <a:t>Základní</a:t>
          </a:r>
          <a:r>
            <a:rPr lang="en-US" sz="2800" b="0" kern="1200" dirty="0">
              <a:latin typeface="JetBrainsMono NF"/>
            </a:rPr>
            <a:t> </a:t>
          </a:r>
          <a:r>
            <a:rPr lang="en-US" sz="2800" b="0" kern="1200" dirty="0" err="1">
              <a:latin typeface="JetBrainsMono NF"/>
            </a:rPr>
            <a:t>způsob</a:t>
          </a:r>
          <a:r>
            <a:rPr lang="en-US" sz="2800" b="0" kern="1200" dirty="0">
              <a:latin typeface="JetBrainsMono NF"/>
            </a:rPr>
            <a:t> </a:t>
          </a:r>
          <a:r>
            <a:rPr lang="en-US" sz="2800" b="0" kern="1200" dirty="0" err="1">
              <a:latin typeface="JetBrainsMono NF"/>
            </a:rPr>
            <a:t>generování</a:t>
          </a:r>
          <a:r>
            <a:rPr lang="en-US" sz="2800" b="0" kern="1200" dirty="0">
              <a:latin typeface="JetBrainsMono NF"/>
            </a:rPr>
            <a:t> </a:t>
          </a:r>
          <a:r>
            <a:rPr lang="en-US" sz="2800" b="0" kern="1200" dirty="0" err="1">
              <a:latin typeface="JetBrainsMono NF"/>
            </a:rPr>
            <a:t>náhodných</a:t>
          </a:r>
          <a:r>
            <a:rPr lang="en-US" sz="2800" b="0" kern="1200" dirty="0">
              <a:latin typeface="JetBrainsMono NF"/>
            </a:rPr>
            <a:t> </a:t>
          </a:r>
          <a:r>
            <a:rPr lang="en-US" sz="2800" b="0" kern="1200" dirty="0" err="1">
              <a:latin typeface="JetBrainsMono NF"/>
            </a:rPr>
            <a:t>čísel</a:t>
          </a:r>
          <a:endParaRPr lang="en-US" sz="2800" kern="1200" dirty="0">
            <a:latin typeface="JetBrainsMono NF"/>
          </a:endParaRPr>
        </a:p>
      </dsp:txBody>
      <dsp:txXfrm>
        <a:off x="32784" y="209381"/>
        <a:ext cx="8032956" cy="606012"/>
      </dsp:txXfrm>
    </dsp:sp>
    <dsp:sp modelId="{9A20911B-9D66-49C4-9972-4CACD8B8CE7F}">
      <dsp:nvSpPr>
        <dsp:cNvPr id="0" name=""/>
        <dsp:cNvSpPr/>
      </dsp:nvSpPr>
      <dsp:spPr>
        <a:xfrm>
          <a:off x="0" y="928818"/>
          <a:ext cx="8098524" cy="671580"/>
        </a:xfrm>
        <a:prstGeom prst="roundRect">
          <a:avLst/>
        </a:prstGeom>
        <a:solidFill>
          <a:schemeClr val="accent2">
            <a:hueOff val="-10777498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 err="1">
              <a:latin typeface="JetBrainsMono NF"/>
            </a:rPr>
            <a:t>Velmi</a:t>
          </a:r>
          <a:r>
            <a:rPr lang="en-US" sz="2800" b="0" kern="1200" dirty="0">
              <a:latin typeface="JetBrainsMono NF"/>
            </a:rPr>
            <a:t> </a:t>
          </a:r>
          <a:r>
            <a:rPr lang="en-US" sz="2800" b="0" kern="1200" dirty="0" err="1">
              <a:latin typeface="JetBrainsMono NF"/>
            </a:rPr>
            <a:t>jednoduchá</a:t>
          </a:r>
          <a:r>
            <a:rPr lang="en-US" sz="2800" b="0" kern="1200" dirty="0">
              <a:latin typeface="JetBrainsMono NF"/>
            </a:rPr>
            <a:t> </a:t>
          </a:r>
          <a:r>
            <a:rPr lang="en-US" sz="2800" b="0" kern="1200" dirty="0" err="1">
              <a:latin typeface="JetBrainsMono NF"/>
            </a:rPr>
            <a:t>funkce</a:t>
          </a:r>
          <a:r>
            <a:rPr lang="en-US" sz="2800" b="0" kern="1200" dirty="0">
              <a:latin typeface="JetBrainsMono NF"/>
            </a:rPr>
            <a:t> </a:t>
          </a:r>
          <a:r>
            <a:rPr lang="en-US" sz="2800" b="0" kern="1200" dirty="0" err="1">
              <a:latin typeface="JetBrainsMono NF"/>
            </a:rPr>
            <a:t>generátoru</a:t>
          </a:r>
          <a:r>
            <a:rPr lang="en-US" sz="2800" b="0" kern="1200" dirty="0">
              <a:latin typeface="JetBrainsMono NF"/>
            </a:rPr>
            <a:t> </a:t>
          </a:r>
          <a:r>
            <a:rPr lang="en-US" sz="2800" b="0" kern="1200" dirty="0" err="1">
              <a:latin typeface="JetBrainsMono NF"/>
            </a:rPr>
            <a:t>náhodných</a:t>
          </a:r>
          <a:r>
            <a:rPr lang="en-US" sz="2800" b="0" kern="1200" dirty="0">
              <a:latin typeface="JetBrainsMono NF"/>
            </a:rPr>
            <a:t> </a:t>
          </a:r>
          <a:r>
            <a:rPr lang="en-US" sz="2800" b="0" kern="1200" dirty="0" err="1">
              <a:latin typeface="JetBrainsMono NF"/>
            </a:rPr>
            <a:t>čísel</a:t>
          </a:r>
          <a:endParaRPr lang="en-US" sz="2800" kern="1200" dirty="0">
            <a:latin typeface="JetBrainsMono NF"/>
          </a:endParaRPr>
        </a:p>
      </dsp:txBody>
      <dsp:txXfrm>
        <a:off x="32784" y="961602"/>
        <a:ext cx="8032956" cy="60601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9CCC70-D191-41E1-9521-2AF6C3E90BA8}">
      <dsp:nvSpPr>
        <dsp:cNvPr id="0" name=""/>
        <dsp:cNvSpPr/>
      </dsp:nvSpPr>
      <dsp:spPr>
        <a:xfrm>
          <a:off x="1102" y="1088187"/>
          <a:ext cx="2580906" cy="129045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300" b="0" kern="1200" dirty="0">
              <a:latin typeface="JetBrainsMono NF"/>
            </a:rPr>
            <a:t>P</a:t>
          </a:r>
          <a:r>
            <a:rPr lang="en-US" sz="2300" b="0" kern="1200" dirty="0" err="1">
              <a:latin typeface="JetBrainsMono NF"/>
            </a:rPr>
            <a:t>očáteční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hodnota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algoritmu</a:t>
          </a:r>
          <a:endParaRPr lang="en-US" sz="2300" kern="1200" dirty="0">
            <a:latin typeface="JetBrainsMono NF"/>
          </a:endParaRPr>
        </a:p>
      </dsp:txBody>
      <dsp:txXfrm>
        <a:off x="38898" y="1125983"/>
        <a:ext cx="2505314" cy="1214861"/>
      </dsp:txXfrm>
    </dsp:sp>
    <dsp:sp modelId="{148FCC47-2ACA-4410-B894-5C9C3802B2F9}">
      <dsp:nvSpPr>
        <dsp:cNvPr id="0" name=""/>
        <dsp:cNvSpPr/>
      </dsp:nvSpPr>
      <dsp:spPr>
        <a:xfrm>
          <a:off x="3227236" y="1088187"/>
          <a:ext cx="2580906" cy="129045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kern="1200" dirty="0" err="1">
              <a:latin typeface="JetBrainsMono NF"/>
            </a:rPr>
            <a:t>Reprodukovatelnost</a:t>
          </a:r>
          <a:endParaRPr lang="en-US" sz="2300" kern="1200" dirty="0">
            <a:latin typeface="JetBrainsMono NF"/>
          </a:endParaRPr>
        </a:p>
      </dsp:txBody>
      <dsp:txXfrm>
        <a:off x="3265032" y="1125983"/>
        <a:ext cx="2505314" cy="1214861"/>
      </dsp:txXfrm>
    </dsp:sp>
    <dsp:sp modelId="{F3C6A59B-EF38-4798-8044-85BC922E0A29}">
      <dsp:nvSpPr>
        <dsp:cNvPr id="0" name=""/>
        <dsp:cNvSpPr/>
      </dsp:nvSpPr>
      <dsp:spPr>
        <a:xfrm>
          <a:off x="6453369" y="1088187"/>
          <a:ext cx="2580906" cy="129045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300" kern="1200" dirty="0">
              <a:latin typeface="JetBrainsMono NF"/>
            </a:rPr>
            <a:t>Čas jako </a:t>
          </a:r>
          <a:r>
            <a:rPr lang="cs-CZ" sz="2300" kern="1200" dirty="0" err="1">
              <a:latin typeface="JetBrainsMono NF"/>
            </a:rPr>
            <a:t>seed</a:t>
          </a:r>
          <a:endParaRPr lang="en-US" sz="2300" kern="1200" dirty="0">
            <a:latin typeface="JetBrainsMono NF"/>
          </a:endParaRPr>
        </a:p>
      </dsp:txBody>
      <dsp:txXfrm>
        <a:off x="6491165" y="1125983"/>
        <a:ext cx="2505314" cy="121486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BC33CE-7C70-46BD-9F5D-B27B250BAB02}">
      <dsp:nvSpPr>
        <dsp:cNvPr id="0" name=""/>
        <dsp:cNvSpPr/>
      </dsp:nvSpPr>
      <dsp:spPr>
        <a:xfrm>
          <a:off x="0" y="0"/>
          <a:ext cx="7680072" cy="104004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0" kern="1200" dirty="0" err="1">
              <a:latin typeface="JetBrainsMono NF"/>
            </a:rPr>
            <a:t>Procedurální</a:t>
          </a:r>
          <a:r>
            <a:rPr lang="en-US" sz="2700" b="0" kern="1200" dirty="0">
              <a:latin typeface="JetBrainsMono NF"/>
            </a:rPr>
            <a:t> </a:t>
          </a:r>
          <a:r>
            <a:rPr lang="en-US" sz="2700" b="0" kern="1200" dirty="0" err="1">
              <a:latin typeface="JetBrainsMono NF"/>
            </a:rPr>
            <a:t>generování</a:t>
          </a:r>
          <a:endParaRPr lang="en-US" sz="2700" kern="1200" dirty="0">
            <a:latin typeface="JetBrainsMono NF"/>
          </a:endParaRPr>
        </a:p>
      </dsp:txBody>
      <dsp:txXfrm>
        <a:off x="30462" y="30462"/>
        <a:ext cx="6557778" cy="979124"/>
      </dsp:txXfrm>
    </dsp:sp>
    <dsp:sp modelId="{EAF8069C-2AD1-40FD-BCBE-07CFD238A230}">
      <dsp:nvSpPr>
        <dsp:cNvPr id="0" name=""/>
        <dsp:cNvSpPr/>
      </dsp:nvSpPr>
      <dsp:spPr>
        <a:xfrm>
          <a:off x="677653" y="1213390"/>
          <a:ext cx="7680072" cy="1040048"/>
        </a:xfrm>
        <a:prstGeom prst="roundRect">
          <a:avLst>
            <a:gd name="adj" fmla="val 10000"/>
          </a:avLst>
        </a:prstGeom>
        <a:solidFill>
          <a:schemeClr val="accent2">
            <a:hueOff val="-5388749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0" kern="1200" dirty="0" err="1">
              <a:latin typeface="JetBrainsMono NF"/>
            </a:rPr>
            <a:t>Chování</a:t>
          </a:r>
          <a:r>
            <a:rPr lang="en-US" sz="2700" b="0" kern="1200" dirty="0">
              <a:latin typeface="JetBrainsMono NF"/>
            </a:rPr>
            <a:t> </a:t>
          </a:r>
          <a:r>
            <a:rPr lang="en-US" sz="2700" b="0" kern="1200" dirty="0" err="1">
              <a:latin typeface="JetBrainsMono NF"/>
            </a:rPr>
            <a:t>nepřátel</a:t>
          </a:r>
          <a:endParaRPr lang="en-US" sz="2700" kern="1200" dirty="0">
            <a:latin typeface="JetBrainsMono NF"/>
          </a:endParaRPr>
        </a:p>
      </dsp:txBody>
      <dsp:txXfrm>
        <a:off x="708115" y="1243852"/>
        <a:ext cx="6265463" cy="979124"/>
      </dsp:txXfrm>
    </dsp:sp>
    <dsp:sp modelId="{F46261F2-E384-4D20-BAD3-F4188C54B14F}">
      <dsp:nvSpPr>
        <dsp:cNvPr id="0" name=""/>
        <dsp:cNvSpPr/>
      </dsp:nvSpPr>
      <dsp:spPr>
        <a:xfrm>
          <a:off x="1355306" y="2426780"/>
          <a:ext cx="7680072" cy="1040048"/>
        </a:xfrm>
        <a:prstGeom prst="roundRect">
          <a:avLst>
            <a:gd name="adj" fmla="val 10000"/>
          </a:avLst>
        </a:prstGeom>
        <a:solidFill>
          <a:schemeClr val="accent2">
            <a:hueOff val="-10777498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700" b="0" kern="1200" dirty="0">
              <a:latin typeface="JetBrainsMono NF"/>
            </a:rPr>
            <a:t>N</a:t>
          </a:r>
          <a:r>
            <a:rPr lang="en-US" sz="2700" b="0" kern="1200" dirty="0" err="1">
              <a:latin typeface="JetBrainsMono NF"/>
            </a:rPr>
            <a:t>áhoda</a:t>
          </a:r>
          <a:r>
            <a:rPr lang="en-US" sz="2700" b="0" kern="1200" dirty="0">
              <a:latin typeface="JetBrainsMono NF"/>
            </a:rPr>
            <a:t> </a:t>
          </a:r>
          <a:r>
            <a:rPr lang="en-US" sz="2700" b="0" kern="1200" dirty="0" err="1">
              <a:latin typeface="JetBrainsMono NF"/>
            </a:rPr>
            <a:t>není</a:t>
          </a:r>
          <a:r>
            <a:rPr lang="en-US" sz="2700" b="0" kern="1200" dirty="0">
              <a:latin typeface="JetBrainsMono NF"/>
            </a:rPr>
            <a:t> </a:t>
          </a:r>
          <a:r>
            <a:rPr lang="en-US" sz="2700" b="0" kern="1200" dirty="0" err="1">
              <a:latin typeface="JetBrainsMono NF"/>
            </a:rPr>
            <a:t>férová</a:t>
          </a:r>
          <a:r>
            <a:rPr lang="en-US" sz="2700" b="0" kern="1200" dirty="0">
              <a:latin typeface="JetBrainsMono NF"/>
            </a:rPr>
            <a:t> </a:t>
          </a:r>
          <a:r>
            <a:rPr lang="cs-CZ" sz="2700" b="0" kern="1200" dirty="0">
              <a:latin typeface="JetBrainsMono NF"/>
            </a:rPr>
            <a:t> ani zábava -</a:t>
          </a:r>
          <a:r>
            <a:rPr lang="en-US" sz="2700" b="0" kern="1200" dirty="0">
              <a:latin typeface="JetBrainsMono NF"/>
            </a:rPr>
            <a:t> </a:t>
          </a:r>
          <a:r>
            <a:rPr lang="en-US" sz="2700" b="0" kern="1200" dirty="0" err="1">
              <a:latin typeface="JetBrainsMono NF"/>
            </a:rPr>
            <a:t>dynamiky</a:t>
          </a:r>
          <a:r>
            <a:rPr lang="en-US" sz="2700" b="0" kern="1200" dirty="0">
              <a:latin typeface="JetBrainsMono NF"/>
            </a:rPr>
            <a:t> pro </a:t>
          </a:r>
          <a:r>
            <a:rPr lang="cs-CZ" sz="2700" b="0" kern="1200" dirty="0" err="1">
              <a:latin typeface="JetBrainsMono NF"/>
            </a:rPr>
            <a:t>replayability</a:t>
          </a:r>
          <a:endParaRPr lang="en-US" sz="2700" kern="1200" dirty="0">
            <a:latin typeface="JetBrainsMono NF"/>
          </a:endParaRPr>
        </a:p>
      </dsp:txBody>
      <dsp:txXfrm>
        <a:off x="1385768" y="2457242"/>
        <a:ext cx="6265463" cy="979124"/>
      </dsp:txXfrm>
    </dsp:sp>
    <dsp:sp modelId="{9C8E62F9-C148-4D3E-8EF2-97C68FAC9A66}">
      <dsp:nvSpPr>
        <dsp:cNvPr id="0" name=""/>
        <dsp:cNvSpPr/>
      </dsp:nvSpPr>
      <dsp:spPr>
        <a:xfrm>
          <a:off x="7004040" y="788703"/>
          <a:ext cx="676031" cy="67603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7156147" y="788703"/>
        <a:ext cx="371817" cy="508713"/>
      </dsp:txXfrm>
    </dsp:sp>
    <dsp:sp modelId="{81BC1423-223C-4BCF-994E-BF5E32A5E1E4}">
      <dsp:nvSpPr>
        <dsp:cNvPr id="0" name=""/>
        <dsp:cNvSpPr/>
      </dsp:nvSpPr>
      <dsp:spPr>
        <a:xfrm>
          <a:off x="7681693" y="1995160"/>
          <a:ext cx="676031" cy="67603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246959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7833800" y="1995160"/>
        <a:ext cx="371817" cy="50871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84A3A5-3898-4393-8E88-D2BB77D48B24}">
      <dsp:nvSpPr>
        <dsp:cNvPr id="0" name=""/>
        <dsp:cNvSpPr/>
      </dsp:nvSpPr>
      <dsp:spPr>
        <a:xfrm>
          <a:off x="796189" y="65341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0A9AB3-DFED-41DA-8954-389379D91C5D}">
      <dsp:nvSpPr>
        <dsp:cNvPr id="0" name=""/>
        <dsp:cNvSpPr/>
      </dsp:nvSpPr>
      <dsp:spPr>
        <a:xfrm>
          <a:off x="1030189" y="887414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E82CCA-CA41-4D41-9D84-03E120D6A119}">
      <dsp:nvSpPr>
        <dsp:cNvPr id="0" name=""/>
        <dsp:cNvSpPr/>
      </dsp:nvSpPr>
      <dsp:spPr>
        <a:xfrm>
          <a:off x="445189" y="209341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b="0" kern="1200" dirty="0">
              <a:latin typeface="JetBrainsMono NF"/>
            </a:rPr>
            <a:t>A/B </a:t>
          </a:r>
          <a:r>
            <a:rPr lang="en-US" sz="2300" b="0" kern="1200" dirty="0" err="1">
              <a:latin typeface="JetBrainsMono NF"/>
            </a:rPr>
            <a:t>testování</a:t>
          </a:r>
          <a:endParaRPr lang="en-US" sz="2300" kern="1200" dirty="0">
            <a:latin typeface="JetBrainsMono NF"/>
          </a:endParaRPr>
        </a:p>
      </dsp:txBody>
      <dsp:txXfrm>
        <a:off x="445189" y="2093414"/>
        <a:ext cx="1800000" cy="720000"/>
      </dsp:txXfrm>
    </dsp:sp>
    <dsp:sp modelId="{7D78DD81-64D8-4525-AC51-7D202E401E9E}">
      <dsp:nvSpPr>
        <dsp:cNvPr id="0" name=""/>
        <dsp:cNvSpPr/>
      </dsp:nvSpPr>
      <dsp:spPr>
        <a:xfrm>
          <a:off x="2911189" y="65341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B14800-B98B-42F5-9685-7713D0479313}">
      <dsp:nvSpPr>
        <dsp:cNvPr id="0" name=""/>
        <dsp:cNvSpPr/>
      </dsp:nvSpPr>
      <dsp:spPr>
        <a:xfrm>
          <a:off x="3145189" y="887414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5D0AD7-59DE-4ACD-A53D-318870B7A559}">
      <dsp:nvSpPr>
        <dsp:cNvPr id="0" name=""/>
        <dsp:cNvSpPr/>
      </dsp:nvSpPr>
      <dsp:spPr>
        <a:xfrm>
          <a:off x="2560189" y="209341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b="0" kern="1200" dirty="0" err="1">
              <a:latin typeface="JetBrainsMono NF"/>
            </a:rPr>
            <a:t>genetické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algoritmy</a:t>
          </a:r>
          <a:endParaRPr lang="en-US" sz="2300" kern="1200" dirty="0">
            <a:latin typeface="JetBrainsMono NF"/>
          </a:endParaRPr>
        </a:p>
      </dsp:txBody>
      <dsp:txXfrm>
        <a:off x="2560189" y="2093414"/>
        <a:ext cx="1800000" cy="720000"/>
      </dsp:txXfrm>
    </dsp:sp>
    <dsp:sp modelId="{F0929742-9B4D-4690-8061-D39AA9314627}">
      <dsp:nvSpPr>
        <dsp:cNvPr id="0" name=""/>
        <dsp:cNvSpPr/>
      </dsp:nvSpPr>
      <dsp:spPr>
        <a:xfrm>
          <a:off x="5026189" y="65341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7D9523-9883-420D-8764-8592F4885F13}">
      <dsp:nvSpPr>
        <dsp:cNvPr id="0" name=""/>
        <dsp:cNvSpPr/>
      </dsp:nvSpPr>
      <dsp:spPr>
        <a:xfrm>
          <a:off x="5260189" y="887414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2F81CC-68B7-4E19-AD69-F91A21BEB7A7}">
      <dsp:nvSpPr>
        <dsp:cNvPr id="0" name=""/>
        <dsp:cNvSpPr/>
      </dsp:nvSpPr>
      <dsp:spPr>
        <a:xfrm>
          <a:off x="4675189" y="209341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b="0" kern="1200" dirty="0" err="1">
              <a:latin typeface="JetBrainsMono NF"/>
            </a:rPr>
            <a:t>simulované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žíhání</a:t>
          </a:r>
          <a:endParaRPr lang="en-US" sz="2300" kern="1200" dirty="0">
            <a:latin typeface="JetBrainsMono NF"/>
          </a:endParaRPr>
        </a:p>
      </dsp:txBody>
      <dsp:txXfrm>
        <a:off x="4675189" y="2093414"/>
        <a:ext cx="1800000" cy="720000"/>
      </dsp:txXfrm>
    </dsp:sp>
    <dsp:sp modelId="{96176267-A180-4CAB-85EF-239722A55C95}">
      <dsp:nvSpPr>
        <dsp:cNvPr id="0" name=""/>
        <dsp:cNvSpPr/>
      </dsp:nvSpPr>
      <dsp:spPr>
        <a:xfrm>
          <a:off x="7141189" y="65341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B76216-FAFB-45BA-85D9-89296A298302}">
      <dsp:nvSpPr>
        <dsp:cNvPr id="0" name=""/>
        <dsp:cNvSpPr/>
      </dsp:nvSpPr>
      <dsp:spPr>
        <a:xfrm>
          <a:off x="7375189" y="887414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1B358-F911-4BC2-92C6-021AC6D5E560}">
      <dsp:nvSpPr>
        <dsp:cNvPr id="0" name=""/>
        <dsp:cNvSpPr/>
      </dsp:nvSpPr>
      <dsp:spPr>
        <a:xfrm>
          <a:off x="6790189" y="209341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b="0" kern="1200" dirty="0" err="1">
              <a:latin typeface="JetBrainsMono NF"/>
            </a:rPr>
            <a:t>Optimalizace</a:t>
          </a:r>
          <a:r>
            <a:rPr lang="en-US" sz="2300" b="0" kern="1200" dirty="0">
              <a:latin typeface="JetBrainsMono NF"/>
            </a:rPr>
            <a:t> </a:t>
          </a:r>
          <a:r>
            <a:rPr lang="en-US" sz="2300" b="0" kern="1200" dirty="0" err="1">
              <a:latin typeface="JetBrainsMono NF"/>
            </a:rPr>
            <a:t>algoritmů</a:t>
          </a:r>
          <a:endParaRPr lang="en-US" sz="2300" kern="1200" dirty="0">
            <a:latin typeface="JetBrainsMono NF"/>
          </a:endParaRPr>
        </a:p>
      </dsp:txBody>
      <dsp:txXfrm>
        <a:off x="6790189" y="2093414"/>
        <a:ext cx="180000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2E62BD-EEEE-4A8C-B9DC-649C14403D13}">
      <dsp:nvSpPr>
        <dsp:cNvPr id="0" name=""/>
        <dsp:cNvSpPr/>
      </dsp:nvSpPr>
      <dsp:spPr>
        <a:xfrm>
          <a:off x="604939" y="315914"/>
          <a:ext cx="1612687" cy="161268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5340FC-A969-4CCF-A61E-6EC4807D4533}">
      <dsp:nvSpPr>
        <dsp:cNvPr id="0" name=""/>
        <dsp:cNvSpPr/>
      </dsp:nvSpPr>
      <dsp:spPr>
        <a:xfrm>
          <a:off x="948627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8687CA-2CE1-4895-8B72-D45F1F0CB658}">
      <dsp:nvSpPr>
        <dsp:cNvPr id="0" name=""/>
        <dsp:cNvSpPr/>
      </dsp:nvSpPr>
      <dsp:spPr>
        <a:xfrm>
          <a:off x="89408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 err="1">
              <a:latin typeface="JetBrainsMono NF"/>
            </a:rPr>
            <a:t>Lidé</a:t>
          </a:r>
          <a:r>
            <a:rPr lang="en-US" sz="1600" b="1" kern="1200" dirty="0">
              <a:latin typeface="JetBrainsMono NF"/>
            </a:rPr>
            <a:t> </a:t>
          </a:r>
          <a:r>
            <a:rPr lang="en-US" sz="1600" b="1" kern="1200" dirty="0" err="1">
              <a:latin typeface="JetBrainsMono NF"/>
            </a:rPr>
            <a:t>přirozeně</a:t>
          </a:r>
          <a:r>
            <a:rPr lang="en-US" sz="1600" b="1" kern="1200" dirty="0">
              <a:latin typeface="JetBrainsMono NF"/>
            </a:rPr>
            <a:t> </a:t>
          </a:r>
          <a:r>
            <a:rPr lang="en-US" sz="1600" b="1" kern="1200" dirty="0" err="1">
              <a:latin typeface="JetBrainsMono NF"/>
            </a:rPr>
            <a:t>vidí</a:t>
          </a:r>
          <a:r>
            <a:rPr lang="en-US" sz="1600" b="1" kern="1200" dirty="0">
              <a:latin typeface="JetBrainsMono NF"/>
            </a:rPr>
            <a:t> </a:t>
          </a:r>
          <a:r>
            <a:rPr lang="en-US" sz="1600" b="1" kern="1200" dirty="0" err="1">
              <a:latin typeface="JetBrainsMono NF"/>
            </a:rPr>
            <a:t>vzorce</a:t>
          </a:r>
          <a:r>
            <a:rPr lang="en-US" sz="1600" b="1" kern="1200" dirty="0">
              <a:latin typeface="JetBrainsMono NF"/>
            </a:rPr>
            <a:t> v </a:t>
          </a:r>
          <a:r>
            <a:rPr lang="en-US" sz="1600" b="1" kern="1200" dirty="0" err="1">
              <a:latin typeface="JetBrainsMono NF"/>
            </a:rPr>
            <a:t>chaosu</a:t>
          </a:r>
          <a:r>
            <a:rPr lang="en-US" sz="1600" b="1" kern="1200" dirty="0">
              <a:latin typeface="JetBrainsMono NF"/>
            </a:rPr>
            <a:t> (Gambler's Fallacy)</a:t>
          </a:r>
        </a:p>
      </dsp:txBody>
      <dsp:txXfrm>
        <a:off x="89408" y="2430914"/>
        <a:ext cx="2643750" cy="720000"/>
      </dsp:txXfrm>
    </dsp:sp>
    <dsp:sp modelId="{D4BD71E5-5E85-4105-84E3-165445B39120}">
      <dsp:nvSpPr>
        <dsp:cNvPr id="0" name=""/>
        <dsp:cNvSpPr/>
      </dsp:nvSpPr>
      <dsp:spPr>
        <a:xfrm>
          <a:off x="3711345" y="315914"/>
          <a:ext cx="1612687" cy="161268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5069D1-4B09-4536-9C0C-D69B2D01CEBB}">
      <dsp:nvSpPr>
        <dsp:cNvPr id="0" name=""/>
        <dsp:cNvSpPr/>
      </dsp:nvSpPr>
      <dsp:spPr>
        <a:xfrm>
          <a:off x="4055033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43FFA4-10FF-4CCF-B33A-355306B27AFC}">
      <dsp:nvSpPr>
        <dsp:cNvPr id="0" name=""/>
        <dsp:cNvSpPr/>
      </dsp:nvSpPr>
      <dsp:spPr>
        <a:xfrm>
          <a:off x="3195814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>
              <a:latin typeface="JetBrainsMono NF"/>
            </a:rPr>
            <a:t>Spotify Shuffle: </a:t>
          </a:r>
          <a:r>
            <a:rPr lang="en-US" sz="1600" b="1" kern="1200" dirty="0" err="1">
              <a:latin typeface="JetBrainsMono NF"/>
            </a:rPr>
            <a:t>Proč</a:t>
          </a:r>
          <a:r>
            <a:rPr lang="en-US" sz="1600" b="1" kern="1200" dirty="0">
              <a:latin typeface="JetBrainsMono NF"/>
            </a:rPr>
            <a:t> '</a:t>
          </a:r>
          <a:r>
            <a:rPr lang="en-US" sz="1600" b="1" kern="1200" dirty="0" err="1">
              <a:latin typeface="JetBrainsMono NF"/>
            </a:rPr>
            <a:t>skutečná</a:t>
          </a:r>
          <a:r>
            <a:rPr lang="en-US" sz="1600" b="1" kern="1200" dirty="0">
              <a:latin typeface="JetBrainsMono NF"/>
            </a:rPr>
            <a:t>' </a:t>
          </a:r>
          <a:r>
            <a:rPr lang="en-US" sz="1600" b="1" kern="1200" dirty="0" err="1">
              <a:latin typeface="JetBrainsMono NF"/>
            </a:rPr>
            <a:t>náhoda</a:t>
          </a:r>
          <a:r>
            <a:rPr lang="en-US" sz="1600" b="1" kern="1200" dirty="0">
              <a:latin typeface="JetBrainsMono NF"/>
            </a:rPr>
            <a:t> </a:t>
          </a:r>
          <a:r>
            <a:rPr lang="en-US" sz="1600" b="1" kern="1200" dirty="0" err="1">
              <a:latin typeface="JetBrainsMono NF"/>
            </a:rPr>
            <a:t>zní</a:t>
          </a:r>
          <a:r>
            <a:rPr lang="en-US" sz="1600" b="1" kern="1200" dirty="0">
              <a:latin typeface="JetBrainsMono NF"/>
            </a:rPr>
            <a:t> </a:t>
          </a:r>
          <a:r>
            <a:rPr lang="en-US" sz="1600" b="1" kern="1200" dirty="0" err="1">
              <a:latin typeface="JetBrainsMono NF"/>
            </a:rPr>
            <a:t>lidem</a:t>
          </a:r>
          <a:r>
            <a:rPr lang="en-US" sz="1600" b="1" kern="1200" dirty="0">
              <a:latin typeface="JetBrainsMono NF"/>
            </a:rPr>
            <a:t> </a:t>
          </a:r>
          <a:r>
            <a:rPr lang="en-US" sz="1600" b="1" kern="1200" dirty="0" err="1">
              <a:latin typeface="JetBrainsMono NF"/>
            </a:rPr>
            <a:t>chybně</a:t>
          </a:r>
          <a:r>
            <a:rPr lang="en-US" sz="1600" b="1" kern="1200" dirty="0">
              <a:latin typeface="JetBrainsMono NF"/>
            </a:rPr>
            <a:t>?</a:t>
          </a:r>
        </a:p>
      </dsp:txBody>
      <dsp:txXfrm>
        <a:off x="3195814" y="2430914"/>
        <a:ext cx="2643750" cy="720000"/>
      </dsp:txXfrm>
    </dsp:sp>
    <dsp:sp modelId="{0209DF70-D5D0-4466-8D84-6AC4306356E9}">
      <dsp:nvSpPr>
        <dsp:cNvPr id="0" name=""/>
        <dsp:cNvSpPr/>
      </dsp:nvSpPr>
      <dsp:spPr>
        <a:xfrm>
          <a:off x="6817752" y="315914"/>
          <a:ext cx="1612687" cy="161268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4C15CD-8363-46DD-8101-A2F0551E091E}">
      <dsp:nvSpPr>
        <dsp:cNvPr id="0" name=""/>
        <dsp:cNvSpPr/>
      </dsp:nvSpPr>
      <dsp:spPr>
        <a:xfrm>
          <a:off x="7161439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BF5DC9-2A40-4D2E-9E7A-493DCE72B35B}">
      <dsp:nvSpPr>
        <dsp:cNvPr id="0" name=""/>
        <dsp:cNvSpPr/>
      </dsp:nvSpPr>
      <dsp:spPr>
        <a:xfrm>
          <a:off x="6302220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 err="1">
              <a:latin typeface="JetBrainsMono NF"/>
            </a:rPr>
            <a:t>Algoritmy</a:t>
          </a:r>
          <a:r>
            <a:rPr lang="en-US" sz="1600" b="1" kern="1200" dirty="0">
              <a:latin typeface="JetBrainsMono NF"/>
            </a:rPr>
            <a:t> se </a:t>
          </a:r>
          <a:r>
            <a:rPr lang="en-US" sz="1600" b="1" kern="1200" dirty="0" err="1">
              <a:latin typeface="JetBrainsMono NF"/>
            </a:rPr>
            <a:t>upravují</a:t>
          </a:r>
          <a:r>
            <a:rPr lang="en-US" sz="1600" b="1" kern="1200" dirty="0">
              <a:latin typeface="JetBrainsMono NF"/>
            </a:rPr>
            <a:t>, aby </a:t>
          </a:r>
          <a:r>
            <a:rPr lang="en-US" sz="1600" b="1" kern="1200" dirty="0" err="1">
              <a:latin typeface="JetBrainsMono NF"/>
            </a:rPr>
            <a:t>vypadaly</a:t>
          </a:r>
          <a:r>
            <a:rPr lang="en-US" sz="1600" b="1" kern="1200" dirty="0">
              <a:latin typeface="JetBrainsMono NF"/>
            </a:rPr>
            <a:t> '</a:t>
          </a:r>
          <a:r>
            <a:rPr lang="en-US" sz="1600" b="1" kern="1200" dirty="0" err="1">
              <a:latin typeface="JetBrainsMono NF"/>
            </a:rPr>
            <a:t>víc</a:t>
          </a:r>
          <a:r>
            <a:rPr lang="en-US" sz="1600" b="1" kern="1200" dirty="0">
              <a:latin typeface="JetBrainsMono NF"/>
            </a:rPr>
            <a:t> </a:t>
          </a:r>
          <a:r>
            <a:rPr lang="en-US" sz="1600" b="1" kern="1200" dirty="0" err="1">
              <a:latin typeface="JetBrainsMono NF"/>
            </a:rPr>
            <a:t>náhodně</a:t>
          </a:r>
          <a:r>
            <a:rPr lang="en-US" sz="1600" b="1" kern="1200" dirty="0">
              <a:latin typeface="JetBrainsMono NF"/>
            </a:rPr>
            <a:t>' </a:t>
          </a:r>
          <a:r>
            <a:rPr lang="en-US" sz="1600" b="1" kern="1200" dirty="0" err="1">
              <a:latin typeface="JetBrainsMono NF"/>
            </a:rPr>
            <a:t>tím</a:t>
          </a:r>
          <a:r>
            <a:rPr lang="en-US" sz="1600" b="1" kern="1200" dirty="0">
              <a:latin typeface="JetBrainsMono NF"/>
            </a:rPr>
            <a:t>, </a:t>
          </a:r>
          <a:r>
            <a:rPr lang="en-US" sz="1600" b="1" kern="1200" dirty="0" err="1">
              <a:latin typeface="JetBrainsMono NF"/>
            </a:rPr>
            <a:t>že</a:t>
          </a:r>
          <a:r>
            <a:rPr lang="en-US" sz="1600" b="1" kern="1200" dirty="0">
              <a:latin typeface="JetBrainsMono NF"/>
            </a:rPr>
            <a:t> </a:t>
          </a:r>
          <a:r>
            <a:rPr lang="en-US" sz="1600" b="1" kern="1200" dirty="0" err="1">
              <a:latin typeface="JetBrainsMono NF"/>
            </a:rPr>
            <a:t>náhodu</a:t>
          </a:r>
          <a:r>
            <a:rPr lang="en-US" sz="1600" b="1" kern="1200" dirty="0">
              <a:latin typeface="JetBrainsMono NF"/>
            </a:rPr>
            <a:t> </a:t>
          </a:r>
          <a:r>
            <a:rPr lang="en-US" sz="1600" b="1" kern="1200" dirty="0" err="1">
              <a:latin typeface="JetBrainsMono NF"/>
            </a:rPr>
            <a:t>omezí</a:t>
          </a:r>
          <a:r>
            <a:rPr lang="en-US" sz="1600" b="1" kern="1200" dirty="0">
              <a:latin typeface="JetBrainsMono NF"/>
            </a:rPr>
            <a:t>.</a:t>
          </a:r>
        </a:p>
      </dsp:txBody>
      <dsp:txXfrm>
        <a:off x="6302220" y="2430914"/>
        <a:ext cx="2643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D092B48-A3D8-4235-B1F7-53DBC21DCEB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Dobrý den,</a:t>
            </a:r>
          </a:p>
          <a:p>
            <a:r>
              <a:rPr lang="cs-CZ" dirty="0"/>
              <a:t>Přichystali jsme si pro vás prezentaci na náhodu v informačních technologiích jak se využívá kde se využívá a jak se vytváří</a:t>
            </a:r>
          </a:p>
          <a:p>
            <a:endParaRPr lang="cs-CZ" dirty="0"/>
          </a:p>
          <a:p>
            <a:r>
              <a:rPr lang="cs-CZ" dirty="0"/>
              <a:t>Jakub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07016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Na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úvod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by bylo dobré si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ujasnit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co to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náhoda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vlastně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je. Ve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fyzice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je stále otázka,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zda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vesmír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skutečně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náhodný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na kvantovém měřítku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nebo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zda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jen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nemáme všechny informace na to abych znali jejich výsledek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Toto rozdělení pojmenováváme 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jako Determinismus a indeterminismus. Dále rozdělujeme Ontologickou náhodu která je součástí indeterminismu a </a:t>
            </a:r>
            <a:r>
              <a:rPr lang="cs-CZ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Epistomická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náhoda která je součástí determinismu.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V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informatice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je to ale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praktické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počítač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stroj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který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jen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vykonává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instrukce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náhoda je ve všech dalších případech chyba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Aby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vytvořil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náhodu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musí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ji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buď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'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opsat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' z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vnějšího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světa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pomocí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hardwarového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šumu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čemuž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říkáme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TRNG,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nebo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ji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musí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nasimulovat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pomocí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vzorců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– to je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tzv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pseudonáhodnost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cs-CZ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Ontologická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náhoda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skutečná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nepředvídatelnost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(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kvantové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jevy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)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Epistomická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náhoda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protože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o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něčem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nemáme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dostatečné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množství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dat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říkáme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že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se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jedná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o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náhodu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(hod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kostkou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)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V IT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dělíme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zdroje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náhody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</a:t>
            </a:r>
          </a:p>
          <a:p>
            <a:pPr marL="432000" lvl="1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TRNG (True Random Number Generator) –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hardwarový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šum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.</a:t>
            </a:r>
          </a:p>
          <a:p>
            <a:pPr marL="432000" lvl="1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PRNG (Pseudo-Random Number Generator) –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matematický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výpočet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lang="cs-CZ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cs-CZ" sz="1000" dirty="0"/>
              <a:t>Jakub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err="1"/>
              <a:t>Pseudonáhoda</a:t>
            </a:r>
            <a:r>
              <a:rPr lang="cs-CZ" dirty="0"/>
              <a:t> je nedokonalá náhodnost vytvořená algoritmem který se snaží dostat na 100% náhodnost, což znamená všechny zvolené možnosti stejně pravděpodobné a jednotlivě vygenerované čísla se </a:t>
            </a:r>
            <a:r>
              <a:rPr lang="cs-CZ" dirty="0" err="1"/>
              <a:t>neovlivnují</a:t>
            </a:r>
            <a:r>
              <a:rPr lang="cs-CZ" dirty="0"/>
              <a:t>. Jelikož jsou však deterministické jsou </a:t>
            </a:r>
            <a:r>
              <a:rPr lang="cs-CZ" dirty="0" err="1"/>
              <a:t>absultně</a:t>
            </a:r>
            <a:r>
              <a:rPr lang="cs-CZ" dirty="0"/>
              <a:t> vázané na svůj vstup neboli </a:t>
            </a:r>
            <a:r>
              <a:rPr lang="cs-CZ" dirty="0" err="1"/>
              <a:t>seed</a:t>
            </a:r>
            <a:r>
              <a:rPr lang="cs-CZ" dirty="0"/>
              <a:t>. PRNG pracují s takzvaným konečným vnitřním stavem což znamená že časem se posloupnost časem opakuje tomu to se říká periodicita. </a:t>
            </a:r>
            <a:r>
              <a:rPr lang="cs-CZ" dirty="0" err="1"/>
              <a:t>Jefektivita</a:t>
            </a:r>
            <a:r>
              <a:rPr lang="cs-CZ" dirty="0"/>
              <a:t> je pak samozřejmě rychlost výpočtu odvozená s komplexe </a:t>
            </a:r>
            <a:r>
              <a:rPr lang="cs-CZ" dirty="0" err="1"/>
              <a:t>seedu</a:t>
            </a:r>
            <a:r>
              <a:rPr lang="cs-CZ" dirty="0"/>
              <a:t> a algoritmu standartně jsou to velmi nenáročné operace.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lang="en-US" sz="2000" b="1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Periodicita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řada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generovaných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čísel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opakuje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lang="en-US" sz="2000" b="1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Efektivita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rychlost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výpočtu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+mn-lt"/>
            </a:endParaRPr>
          </a:p>
          <a:p>
            <a:endParaRPr lang="cs-CZ" dirty="0"/>
          </a:p>
          <a:p>
            <a:r>
              <a:rPr lang="cs-CZ" dirty="0"/>
              <a:t>Jakub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6798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 historie bych zmínil příklad před počítači což byli prostě tabulky v knize pak námi všemi milovaný Neumann udělal metodu prostředních čtverců </a:t>
            </a:r>
            <a:r>
              <a:rPr lang="cs-CZ" dirty="0" err="1"/>
              <a:t>vpodstatě</a:t>
            </a:r>
            <a:r>
              <a:rPr lang="cs-CZ" dirty="0"/>
              <a:t> máme n cifer například 6 z toho udělám čtverec což znamená na druhou a prostředích 6 cifer odděláme výsledné číslo je také jako </a:t>
            </a:r>
            <a:r>
              <a:rPr lang="cs-CZ" dirty="0" err="1"/>
              <a:t>seed</a:t>
            </a:r>
            <a:r>
              <a:rPr lang="cs-CZ" dirty="0"/>
              <a:t> pro další výpočet. Samozřejmě hodně problémů s touto metodou je </a:t>
            </a:r>
            <a:r>
              <a:rPr lang="cs-CZ" dirty="0" err="1"/>
              <a:t>deterministká</a:t>
            </a:r>
            <a:r>
              <a:rPr lang="cs-CZ" dirty="0"/>
              <a:t> to už je asi jasné ale periodu má velmi krátkou a u většiny RNG nechcete aby lidi znali princip tvorby náhodných čísel.</a:t>
            </a:r>
          </a:p>
          <a:p>
            <a:endParaRPr lang="cs-CZ" dirty="0"/>
          </a:p>
          <a:p>
            <a:r>
              <a:rPr lang="cs-CZ" dirty="0"/>
              <a:t>Ondra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669881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Základní deterministický generátor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/>
              <a:t>Ondra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05340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cs-CZ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Jestli by si tuhle část prosím vysvětlit</a:t>
            </a:r>
          </a:p>
          <a:p>
            <a:pPr>
              <a:lnSpc>
                <a:spcPct val="100000"/>
              </a:lnSpc>
            </a:pPr>
            <a:endParaRPr lang="cs-CZ" sz="1200" b="0" u="none" strike="noStrike" dirty="0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//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JetBrainsMono NF"/>
              </a:rPr>
              <a:t>počáteční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JetBrainsMono NF"/>
              </a:rPr>
              <a:t>hodnota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, 32b</a:t>
            </a: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static uint32_t ix = SEED;</a:t>
            </a: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double Random(void) {</a:t>
            </a: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 	// mod 2^32 je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JetBrainsMono NF"/>
              </a:rPr>
              <a:t>implicitní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 (“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JetBrainsMono NF"/>
              </a:rPr>
              <a:t>přetečení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”)</a:t>
            </a: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	ix = ix * 69069u + 1u;</a:t>
            </a: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	return ix / ((double)UINT32_MAX + 1.0);</a:t>
            </a: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}</a:t>
            </a:r>
          </a:p>
          <a:p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/>
              <a:t>Ondra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859521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U </a:t>
            </a:r>
            <a:r>
              <a:rPr lang="cs-CZ" dirty="0" err="1"/>
              <a:t>determinických</a:t>
            </a:r>
            <a:r>
              <a:rPr lang="cs-CZ" dirty="0"/>
              <a:t> algoritmu je vždy nějaká počáteční hodnota </a:t>
            </a:r>
            <a:r>
              <a:rPr lang="cs-CZ" dirty="0" err="1"/>
              <a:t>ktrerou</a:t>
            </a:r>
            <a:r>
              <a:rPr lang="cs-CZ" dirty="0"/>
              <a:t> </a:t>
            </a:r>
            <a:r>
              <a:rPr lang="cs-CZ" dirty="0" err="1"/>
              <a:t>nazíváme</a:t>
            </a:r>
            <a:r>
              <a:rPr lang="cs-CZ" dirty="0"/>
              <a:t> </a:t>
            </a:r>
            <a:r>
              <a:rPr lang="cs-CZ" dirty="0" err="1"/>
              <a:t>seed</a:t>
            </a:r>
            <a:r>
              <a:rPr lang="cs-CZ" dirty="0"/>
              <a:t> kterou pokud známe dokážeme reprodukovat náhodně generované číslo které z něj může vzniknout</a:t>
            </a:r>
          </a:p>
          <a:p>
            <a:r>
              <a:rPr lang="cs-CZ" dirty="0"/>
              <a:t>U starších algoritmu se nejdřív </a:t>
            </a:r>
            <a:r>
              <a:rPr lang="cs-CZ" dirty="0" err="1"/>
              <a:t>seed</a:t>
            </a:r>
            <a:r>
              <a:rPr lang="cs-CZ" dirty="0"/>
              <a:t> musel zadávat manuálně v 50-70 letech, s evolucí do využívání času jako </a:t>
            </a:r>
            <a:r>
              <a:rPr lang="cs-CZ" dirty="0" err="1"/>
              <a:t>seedu</a:t>
            </a:r>
            <a:r>
              <a:rPr lang="cs-CZ" dirty="0"/>
              <a:t> což samozřejmě pro moderní kryptologii a bezpečnosti není dostatečné když váš systém porazí kapesní hodinky.</a:t>
            </a:r>
          </a:p>
          <a:p>
            <a:endParaRPr lang="cs-CZ" dirty="0"/>
          </a:p>
          <a:p>
            <a:r>
              <a:rPr lang="cs-CZ" dirty="0"/>
              <a:t>Jakub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61094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Využití náhodné generace je všude od </a:t>
            </a:r>
            <a:r>
              <a:rPr lang="cs-CZ" dirty="0" err="1"/>
              <a:t>absultních</a:t>
            </a:r>
            <a:r>
              <a:rPr lang="cs-CZ" dirty="0"/>
              <a:t> základů bezpečnosti, přidání náhodnosti do videoher nebo komplexní grafické operace</a:t>
            </a:r>
          </a:p>
          <a:p>
            <a:endParaRPr lang="cs-CZ" dirty="0"/>
          </a:p>
          <a:p>
            <a:r>
              <a:rPr lang="cs-CZ" dirty="0"/>
              <a:t>Jakub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801029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PRNG ať už jakkoliv složité má pravidla a </a:t>
            </a:r>
            <a:r>
              <a:rPr lang="cs-CZ" dirty="0" err="1"/>
              <a:t>seed</a:t>
            </a:r>
            <a:r>
              <a:rPr lang="cs-CZ" dirty="0"/>
              <a:t> pokud někdo zjistí pouze pár </a:t>
            </a:r>
            <a:r>
              <a:rPr lang="cs-CZ" dirty="0" err="1"/>
              <a:t>seedů</a:t>
            </a:r>
            <a:r>
              <a:rPr lang="cs-CZ" dirty="0"/>
              <a:t> je algoritmus vyřešen a náhodnost pro vytváření klíčů je prozrazeno. Proto se </a:t>
            </a:r>
            <a:r>
              <a:rPr lang="cs-CZ" dirty="0" err="1"/>
              <a:t>seed</a:t>
            </a:r>
            <a:r>
              <a:rPr lang="cs-CZ" dirty="0"/>
              <a:t> nevytváří pouze počítačově ale také formou senzorů v fyzickém světě. Tyto senzory můžou nemusí být ani kvalitní jelikož špatné senzory zmenšují přesnost měření což v této aplikaci není špatná věc. Měřit můžeme Tepelný šum pohyby myší nebo velmi zajímavý přiklad co používá například i </a:t>
            </a:r>
            <a:r>
              <a:rPr lang="cs-CZ" dirty="0" err="1"/>
              <a:t>Cloudflare</a:t>
            </a:r>
            <a:r>
              <a:rPr lang="cs-CZ" dirty="0"/>
              <a:t> a to sledování Lávových lamp. </a:t>
            </a:r>
          </a:p>
          <a:p>
            <a:endParaRPr lang="cs-CZ" dirty="0"/>
          </a:p>
          <a:p>
            <a:r>
              <a:rPr lang="cs-CZ" dirty="0"/>
              <a:t>Jakub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93158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No všechny užitky RNG je jsou pro technologické důvody někdy je přidání náhodnosti do média pouze pro přidání variace například ve videohrách kde RNG může </a:t>
            </a:r>
            <a:r>
              <a:rPr lang="cs-CZ" dirty="0" err="1"/>
              <a:t>řídít</a:t>
            </a:r>
            <a:r>
              <a:rPr lang="cs-CZ" dirty="0"/>
              <a:t> generaci světa nebo množství poškození.</a:t>
            </a:r>
          </a:p>
          <a:p>
            <a:endParaRPr lang="cs-CZ" dirty="0"/>
          </a:p>
          <a:p>
            <a:r>
              <a:rPr lang="cs-CZ" dirty="0"/>
              <a:t>Jakub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40338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914400" y="547596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cs-CZ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Pokročilá 3D grafika se snaží v mnoha ohledech </a:t>
            </a:r>
            <a:r>
              <a:rPr lang="cs-CZ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mimikovat</a:t>
            </a:r>
            <a:r>
              <a:rPr lang="cs-CZ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realitu jedním z </a:t>
            </a:r>
            <a:r>
              <a:rPr lang="cs-CZ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mimikovaných</a:t>
            </a:r>
            <a:r>
              <a:rPr lang="cs-CZ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aspektů je jak se odráží světlo podle úhlů a popisu materiálu skrze prostor.</a:t>
            </a:r>
          </a:p>
          <a:p>
            <a:pPr indent="0">
              <a:buNone/>
            </a:pPr>
            <a:endParaRPr lang="cs-CZ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2000" dirty="0"/>
              <a:t>Ondra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Náhoda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pomáhá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algoritmům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dostat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se ze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slepých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uliček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Při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hledání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nejlepší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cesty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občas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musíme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udělat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náhodný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krok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'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špatným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'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směrem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abychom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později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našli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ten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nejlepší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cs-CZ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lang="cs-CZ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Tx/>
              <a:buSzTx/>
              <a:buFontTx/>
              <a:buNone/>
              <a:tabLst/>
              <a:defRPr/>
            </a:pPr>
            <a:r>
              <a:rPr lang="cs-CZ" sz="1000" dirty="0"/>
              <a:t>Ondra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/>
              <a:t>Ondra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9563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/>
              <a:t>Ondra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562182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Tady máme zdroje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04948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A to je konec naší prezentace děkujeme za pozornost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46392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81F2817-16D1-4261-B0D8-AD87D995F36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6836A75-ABD3-4BBA-805B-BE0788C4D86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D3744DF-DDD6-4597-9C76-B52DE693C67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urses.ms.wits.ac.za/~branden/CGV/_book/tracing.html" TargetMode="External"/><Relationship Id="rId7" Type="http://schemas.openxmlformats.org/officeDocument/2006/relationships/hyperlink" Target="https://www.ted.com/talks/florian_aigner_life_is_a_game_of_chance_the_remarkable_power_of_randomnes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mc.ncbi.nlm.nih.gov/articles/PMC8500893/" TargetMode="External"/><Relationship Id="rId5" Type="http://schemas.openxmlformats.org/officeDocument/2006/relationships/hyperlink" Target="https://news.ycombinator.com/item?id=7207851" TargetMode="External"/><Relationship Id="rId4" Type="http://schemas.openxmlformats.org/officeDocument/2006/relationships/hyperlink" Target="https://www.quantamagazine.org/how-randomness-improves-algorithms-20230403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53"/>
            <a:ext cx="10080625" cy="5670549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376635" y="-1422"/>
            <a:ext cx="9715202" cy="5656232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15682" y="-1067"/>
            <a:ext cx="2983325" cy="5671263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5010250" y="644413"/>
            <a:ext cx="4107414" cy="4124515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146691" y="677178"/>
            <a:ext cx="5453927" cy="2702582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indent="0" algn="r"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9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Náhoda</a:t>
            </a:r>
            <a:r>
              <a:rPr lang="en-US" sz="39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 v </a:t>
            </a:r>
            <a:r>
              <a:rPr lang="en-US" sz="39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informačních</a:t>
            </a:r>
            <a:r>
              <a:rPr lang="en-US" sz="39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 </a:t>
            </a:r>
            <a:r>
              <a:rPr lang="en-US" sz="39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technologiích</a:t>
            </a:r>
            <a:endParaRPr lang="en-US" sz="3900" b="0" u="none" strike="noStrike" dirty="0">
              <a:solidFill>
                <a:srgbClr val="FFFFFF"/>
              </a:solidFill>
              <a:effectLst/>
              <a:uFillTx/>
              <a:latin typeface="JetBrainsMono NF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5220" y="3704327"/>
            <a:ext cx="10070183" cy="1966223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laceHolder 2"/>
          <p:cNvSpPr>
            <a:spLocks noGrp="1"/>
          </p:cNvSpPr>
          <p:nvPr>
            <p:ph type="subTitle"/>
          </p:nvPr>
        </p:nvSpPr>
        <p:spPr>
          <a:xfrm>
            <a:off x="1597317" y="3966563"/>
            <a:ext cx="5003301" cy="1026808"/>
          </a:xfrm>
          <a:prstGeom prst="rect">
            <a:avLst/>
          </a:prstGeom>
        </p:spPr>
        <p:txBody>
          <a:bodyPr lIns="0" tIns="0" rIns="0" bIns="0" anchorCtr="1">
            <a:normAutofit/>
          </a:bodyPr>
          <a:lstStyle/>
          <a:p>
            <a:pPr indent="0" algn="r">
              <a:spcAft>
                <a:spcPts val="600"/>
              </a:spcAft>
              <a:buNone/>
            </a:pPr>
            <a:r>
              <a:rPr lang="en-US" sz="24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Jak </a:t>
            </a:r>
            <a:r>
              <a:rPr lang="en-US" sz="24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může</a:t>
            </a:r>
            <a:r>
              <a:rPr lang="en-US" sz="24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 </a:t>
            </a:r>
            <a:r>
              <a:rPr lang="en-US" sz="24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čistě</a:t>
            </a:r>
            <a:r>
              <a:rPr lang="en-US" sz="24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 </a:t>
            </a:r>
            <a:r>
              <a:rPr lang="en-US" sz="24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deterministický</a:t>
            </a:r>
            <a:r>
              <a:rPr lang="en-US" sz="24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 </a:t>
            </a:r>
            <a:r>
              <a:rPr lang="en-US" sz="24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stroj</a:t>
            </a:r>
            <a:r>
              <a:rPr lang="en-US" sz="24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 </a:t>
            </a:r>
            <a:r>
              <a:rPr lang="en-US" sz="24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vytvořit</a:t>
            </a:r>
            <a:r>
              <a:rPr lang="en-US" sz="24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 </a:t>
            </a:r>
            <a:r>
              <a:rPr lang="en-US" sz="24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něco</a:t>
            </a:r>
            <a:r>
              <a:rPr lang="en-US" sz="24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 “</a:t>
            </a:r>
            <a:r>
              <a:rPr lang="en-US" sz="24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náhodného</a:t>
            </a:r>
            <a:r>
              <a:rPr lang="en-US" sz="2400" b="0" u="none" strike="noStrike" dirty="0">
                <a:solidFill>
                  <a:srgbClr val="FFFFFF"/>
                </a:solidFill>
                <a:effectLst/>
                <a:uFillTx/>
                <a:latin typeface="JetBrainsMono NF"/>
              </a:rPr>
              <a:t>”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760446" y="1350020"/>
            <a:ext cx="5670196" cy="2970161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Definice</a:t>
            </a:r>
            <a:endParaRPr lang="en-US" sz="3300" b="0" u="none" strike="noStrike" kern="1200" dirty="0">
              <a:solidFill>
                <a:srgbClr val="FFFFFF"/>
              </a:solidFill>
              <a:effectLst/>
              <a:uFillTx/>
              <a:latin typeface="JetBrainsMono NF"/>
            </a:endParaRPr>
          </a:p>
        </p:txBody>
      </p:sp>
      <p:sp>
        <p:nvSpPr>
          <p:cNvPr id="2" name="Obdélník: se zakulacenými rohy 1">
            <a:extLst>
              <a:ext uri="{FF2B5EF4-FFF2-40B4-BE49-F238E27FC236}">
                <a16:creationId xmlns:a16="http://schemas.microsoft.com/office/drawing/2014/main" id="{294500DA-9E84-E032-B5CC-A0C134E4334F}"/>
              </a:ext>
            </a:extLst>
          </p:cNvPr>
          <p:cNvSpPr/>
          <p:nvPr/>
        </p:nvSpPr>
        <p:spPr>
          <a:xfrm>
            <a:off x="1134067" y="1398982"/>
            <a:ext cx="2685496" cy="1303487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 err="1">
                <a:latin typeface="JetBrainsMono NF"/>
              </a:rPr>
              <a:t>Ontologická</a:t>
            </a:r>
            <a:r>
              <a:rPr lang="en-US" sz="3200" b="1" dirty="0">
                <a:latin typeface="JetBrainsMono NF"/>
              </a:rPr>
              <a:t> </a:t>
            </a:r>
            <a:r>
              <a:rPr lang="en-US" sz="3200" b="1" dirty="0" err="1">
                <a:latin typeface="JetBrainsMono NF"/>
              </a:rPr>
              <a:t>náhoda</a:t>
            </a:r>
            <a:endParaRPr lang="en-US" sz="3200" b="1" dirty="0">
              <a:latin typeface="JetBrainsMono NF"/>
            </a:endParaRPr>
          </a:p>
        </p:txBody>
      </p:sp>
      <p:sp>
        <p:nvSpPr>
          <p:cNvPr id="3" name="Obdélník: se zakulacenými rohy 2">
            <a:extLst>
              <a:ext uri="{FF2B5EF4-FFF2-40B4-BE49-F238E27FC236}">
                <a16:creationId xmlns:a16="http://schemas.microsoft.com/office/drawing/2014/main" id="{A2C68167-2F44-B1C8-24EB-99D19A2A567E}"/>
              </a:ext>
            </a:extLst>
          </p:cNvPr>
          <p:cNvSpPr/>
          <p:nvPr/>
        </p:nvSpPr>
        <p:spPr>
          <a:xfrm>
            <a:off x="6052382" y="1398982"/>
            <a:ext cx="2685496" cy="140102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2800" b="1" dirty="0" err="1">
                <a:latin typeface="JetBrainsMono NF"/>
              </a:rPr>
              <a:t>Epistomická</a:t>
            </a:r>
            <a:r>
              <a:rPr lang="en-US" sz="2800" b="1" dirty="0">
                <a:latin typeface="JetBrainsMono NF"/>
              </a:rPr>
              <a:t> </a:t>
            </a:r>
            <a:r>
              <a:rPr lang="en-US" sz="2800" b="1" dirty="0" err="1">
                <a:latin typeface="JetBrainsMono NF"/>
              </a:rPr>
              <a:t>náhoda</a:t>
            </a:r>
            <a:endParaRPr lang="en-US" sz="2800" b="1" dirty="0">
              <a:latin typeface="JetBrainsMono NF"/>
            </a:endParaRPr>
          </a:p>
        </p:txBody>
      </p:sp>
      <p:sp>
        <p:nvSpPr>
          <p:cNvPr id="4" name="Obdélník: se zakulacenými rohy 3">
            <a:extLst>
              <a:ext uri="{FF2B5EF4-FFF2-40B4-BE49-F238E27FC236}">
                <a16:creationId xmlns:a16="http://schemas.microsoft.com/office/drawing/2014/main" id="{4C1C9275-7843-776D-4062-A23A2175C7F9}"/>
              </a:ext>
            </a:extLst>
          </p:cNvPr>
          <p:cNvSpPr/>
          <p:nvPr/>
        </p:nvSpPr>
        <p:spPr>
          <a:xfrm>
            <a:off x="4031852" y="2703699"/>
            <a:ext cx="1616927" cy="947854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cs-CZ" sz="3200" b="1" dirty="0">
                <a:latin typeface="JetBrainsMono NF"/>
              </a:rPr>
              <a:t>v</a:t>
            </a:r>
            <a:r>
              <a:rPr lang="en-US" sz="3200" b="1" dirty="0">
                <a:latin typeface="JetBrainsMono NF"/>
              </a:rPr>
              <a:t> IT:</a:t>
            </a:r>
          </a:p>
        </p:txBody>
      </p:sp>
      <p:sp>
        <p:nvSpPr>
          <p:cNvPr id="5" name="Obdélník: se zakulacenými rohy 4">
            <a:extLst>
              <a:ext uri="{FF2B5EF4-FFF2-40B4-BE49-F238E27FC236}">
                <a16:creationId xmlns:a16="http://schemas.microsoft.com/office/drawing/2014/main" id="{3AA16AEF-75E5-51F6-24A8-1A7627199964}"/>
              </a:ext>
            </a:extLst>
          </p:cNvPr>
          <p:cNvSpPr/>
          <p:nvPr/>
        </p:nvSpPr>
        <p:spPr>
          <a:xfrm>
            <a:off x="5764900" y="3651553"/>
            <a:ext cx="3260459" cy="165851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2400" b="0" dirty="0">
                <a:latin typeface="JetBrainsMono NF"/>
              </a:rPr>
              <a:t>True Random Number Generator – </a:t>
            </a:r>
            <a:r>
              <a:rPr lang="en-US" sz="2400" b="0" dirty="0" err="1">
                <a:latin typeface="JetBrainsMono NF"/>
              </a:rPr>
              <a:t>hardwarový</a:t>
            </a:r>
            <a:r>
              <a:rPr lang="en-US" sz="2400" b="0" dirty="0">
                <a:latin typeface="JetBrainsMono NF"/>
              </a:rPr>
              <a:t> </a:t>
            </a:r>
            <a:r>
              <a:rPr lang="en-US" sz="2400" b="0" dirty="0" err="1">
                <a:latin typeface="JetBrainsMono NF"/>
              </a:rPr>
              <a:t>šum</a:t>
            </a:r>
            <a:r>
              <a:rPr lang="en-US" sz="2400" b="0" dirty="0">
                <a:latin typeface="JetBrainsMono NF"/>
              </a:rPr>
              <a:t>.</a:t>
            </a:r>
            <a:endParaRPr lang="en-US" sz="2400" dirty="0">
              <a:latin typeface="JetBrainsMono NF"/>
            </a:endParaRPr>
          </a:p>
        </p:txBody>
      </p:sp>
      <p:sp>
        <p:nvSpPr>
          <p:cNvPr id="6" name="Obdélník: se zakulacenými rohy 5">
            <a:extLst>
              <a:ext uri="{FF2B5EF4-FFF2-40B4-BE49-F238E27FC236}">
                <a16:creationId xmlns:a16="http://schemas.microsoft.com/office/drawing/2014/main" id="{D9475BA8-41F9-8451-0487-3C2621879D21}"/>
              </a:ext>
            </a:extLst>
          </p:cNvPr>
          <p:cNvSpPr/>
          <p:nvPr/>
        </p:nvSpPr>
        <p:spPr>
          <a:xfrm>
            <a:off x="924560" y="3651553"/>
            <a:ext cx="2995258" cy="166153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2400" b="0" dirty="0">
                <a:latin typeface="JetBrainsMono NF"/>
              </a:rPr>
              <a:t>Pseudo-</a:t>
            </a:r>
            <a:r>
              <a:rPr lang="cs-CZ" sz="2400" b="0" dirty="0">
                <a:latin typeface="JetBrainsMono NF"/>
              </a:rPr>
              <a:t> </a:t>
            </a:r>
            <a:r>
              <a:rPr lang="en-US" sz="2400" b="0" dirty="0">
                <a:latin typeface="JetBrainsMono NF"/>
              </a:rPr>
              <a:t>Random Number Generator – </a:t>
            </a:r>
            <a:r>
              <a:rPr lang="en-US" sz="2400" b="0" dirty="0" err="1">
                <a:latin typeface="JetBrainsMono NF"/>
              </a:rPr>
              <a:t>matematický</a:t>
            </a:r>
            <a:r>
              <a:rPr lang="en-US" sz="2400" b="0" dirty="0">
                <a:latin typeface="JetBrainsMono NF"/>
              </a:rPr>
              <a:t> </a:t>
            </a:r>
            <a:r>
              <a:rPr lang="en-US" sz="2400" b="0" dirty="0" err="1">
                <a:latin typeface="JetBrainsMono NF"/>
              </a:rPr>
              <a:t>výpočet</a:t>
            </a:r>
            <a:endParaRPr lang="en-US" sz="2400" dirty="0">
              <a:latin typeface="JetBrainsMono NF"/>
            </a:endParaRPr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C2BC0B42-3A9A-E763-4751-930836FADB09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A7F7D655-9051-62C8-5324-FFD312148F4D}"/>
              </a:ext>
            </a:extLst>
          </p:cNvPr>
          <p:cNvSpPr/>
          <p:nvPr/>
        </p:nvSpPr>
        <p:spPr>
          <a:xfrm>
            <a:off x="2769911" y="535290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D5FFAAE1-9E0A-7A54-9EFC-76D78C913920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71B7F30C-316A-9627-7052-B377FB8C618E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EB58F653-1EE7-2994-975F-9A3A8D77BBE5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F6BC8073-6D18-2A23-6A5C-5E61E3728290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B0004CD9-FF4D-F35F-A149-ED0C4A13DBB8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7E348E75-B540-2B94-2E4E-64D6A5DB46C0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4CE403B3-A0B4-E45E-7CA7-F5455911C6A2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45D536FC-46F6-E461-52F9-1BEDC295F0AE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9" name="Ovál 18">
            <a:extLst>
              <a:ext uri="{FF2B5EF4-FFF2-40B4-BE49-F238E27FC236}">
                <a16:creationId xmlns:a16="http://schemas.microsoft.com/office/drawing/2014/main" id="{7AFB8D52-C419-9EAE-1472-25AD12357749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0" name="Ovál 19">
            <a:extLst>
              <a:ext uri="{FF2B5EF4-FFF2-40B4-BE49-F238E27FC236}">
                <a16:creationId xmlns:a16="http://schemas.microsoft.com/office/drawing/2014/main" id="{344C6903-7B6A-2394-908B-E1B262B08803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1" name="Ovál 20">
            <a:extLst>
              <a:ext uri="{FF2B5EF4-FFF2-40B4-BE49-F238E27FC236}">
                <a16:creationId xmlns:a16="http://schemas.microsoft.com/office/drawing/2014/main" id="{073EA1F6-5C78-BA6E-0F5B-69FF5B95A426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2" name="Ovál 21">
            <a:extLst>
              <a:ext uri="{FF2B5EF4-FFF2-40B4-BE49-F238E27FC236}">
                <a16:creationId xmlns:a16="http://schemas.microsoft.com/office/drawing/2014/main" id="{0CE1198B-DD98-F3E9-5A8A-60CD425024E2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3" name="Ovál 22">
            <a:extLst>
              <a:ext uri="{FF2B5EF4-FFF2-40B4-BE49-F238E27FC236}">
                <a16:creationId xmlns:a16="http://schemas.microsoft.com/office/drawing/2014/main" id="{2DEE9B4B-90B1-B05E-1F3D-3F38FDBC3E9F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4" name="Ovál 23">
            <a:extLst>
              <a:ext uri="{FF2B5EF4-FFF2-40B4-BE49-F238E27FC236}">
                <a16:creationId xmlns:a16="http://schemas.microsoft.com/office/drawing/2014/main" id="{18757CF9-B89C-4C14-1CBF-0A70FB6DA15C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Pseudonáhodnost</a:t>
            </a:r>
            <a:endParaRPr lang="en-US" sz="3300" b="0" u="none" strike="noStrike" kern="1200" dirty="0">
              <a:solidFill>
                <a:srgbClr val="FFFFFF"/>
              </a:solidFill>
              <a:effectLst/>
              <a:uFillTx/>
              <a:latin typeface="JetBrainsMono NF"/>
            </a:endParaRPr>
          </a:p>
        </p:txBody>
      </p:sp>
      <p:graphicFrame>
        <p:nvGraphicFramePr>
          <p:cNvPr id="30" name="PlaceHolder 2">
            <a:extLst>
              <a:ext uri="{FF2B5EF4-FFF2-40B4-BE49-F238E27FC236}">
                <a16:creationId xmlns:a16="http://schemas.microsoft.com/office/drawing/2014/main" id="{EE7DCBA9-DB9B-A335-729D-3C92B204DF17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4234352344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0" name="Ovál 9">
            <a:extLst>
              <a:ext uri="{FF2B5EF4-FFF2-40B4-BE49-F238E27FC236}">
                <a16:creationId xmlns:a16="http://schemas.microsoft.com/office/drawing/2014/main" id="{403855E3-47B6-367F-05A4-F2D06BD08D08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31DCBC51-8AD0-D192-0E20-EF04DCCC0B58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95294C13-7BE7-39E9-D9E0-AD50EAA9FBB4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2C6E53AD-C74F-0971-52AB-53EBEDD60508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DD7294D9-442B-8316-80A7-291BE4925E69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904B530E-F24C-ACF7-4BA6-AFE8C589E9A8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01BE104D-B410-B1E5-E31D-9D40CA0054C2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677FE622-ABA3-068B-F0C7-605828CA611E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9" name="Ovál 18">
            <a:extLst>
              <a:ext uri="{FF2B5EF4-FFF2-40B4-BE49-F238E27FC236}">
                <a16:creationId xmlns:a16="http://schemas.microsoft.com/office/drawing/2014/main" id="{CF443EF9-F01C-6645-C639-06F73F0999EE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0" name="Ovál 19">
            <a:extLst>
              <a:ext uri="{FF2B5EF4-FFF2-40B4-BE49-F238E27FC236}">
                <a16:creationId xmlns:a16="http://schemas.microsoft.com/office/drawing/2014/main" id="{30C9DDF8-FC16-DA39-831A-82FDE1F9DB87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1" name="Ovál 20">
            <a:extLst>
              <a:ext uri="{FF2B5EF4-FFF2-40B4-BE49-F238E27FC236}">
                <a16:creationId xmlns:a16="http://schemas.microsoft.com/office/drawing/2014/main" id="{5774E5AC-D964-09D7-047A-6288A4EE7863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2" name="Ovál 21">
            <a:extLst>
              <a:ext uri="{FF2B5EF4-FFF2-40B4-BE49-F238E27FC236}">
                <a16:creationId xmlns:a16="http://schemas.microsoft.com/office/drawing/2014/main" id="{39FDDD6D-C609-768F-DA8A-B4D1BD3BF29B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3" name="Ovál 22">
            <a:extLst>
              <a:ext uri="{FF2B5EF4-FFF2-40B4-BE49-F238E27FC236}">
                <a16:creationId xmlns:a16="http://schemas.microsoft.com/office/drawing/2014/main" id="{E9BD07A9-D6A9-3B0E-6DE9-48071F837AE6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4" name="Ovál 23">
            <a:extLst>
              <a:ext uri="{FF2B5EF4-FFF2-40B4-BE49-F238E27FC236}">
                <a16:creationId xmlns:a16="http://schemas.microsoft.com/office/drawing/2014/main" id="{E8451848-EB04-58EC-65CE-B6715546349C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5" name="Ovál 24">
            <a:extLst>
              <a:ext uri="{FF2B5EF4-FFF2-40B4-BE49-F238E27FC236}">
                <a16:creationId xmlns:a16="http://schemas.microsoft.com/office/drawing/2014/main" id="{877CBEE7-55EF-9CC6-8777-0D38644DDD68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6" name="Ovál 25">
            <a:extLst>
              <a:ext uri="{FF2B5EF4-FFF2-40B4-BE49-F238E27FC236}">
                <a16:creationId xmlns:a16="http://schemas.microsoft.com/office/drawing/2014/main" id="{74C1C69B-640F-3ECF-0818-9D42E9394924}"/>
              </a:ext>
            </a:extLst>
          </p:cNvPr>
          <p:cNvSpPr/>
          <p:nvPr/>
        </p:nvSpPr>
        <p:spPr>
          <a:xfrm>
            <a:off x="3082351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Pohled</a:t>
            </a:r>
            <a:r>
              <a:rPr lang="en-US" sz="3300" b="0" u="none" strike="noStrike" kern="1200" dirty="0">
                <a:solidFill>
                  <a:srgbClr val="FFFFFF"/>
                </a:solidFill>
                <a:effectLst/>
                <a:uFillTx/>
                <a:latin typeface="JetBrainsMono NF"/>
              </a:rPr>
              <a:t> do </a:t>
            </a:r>
            <a:r>
              <a:rPr lang="en-US" sz="3300" b="0" u="none" strike="noStrike" kern="1200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historie</a:t>
            </a:r>
            <a:endParaRPr lang="en-US" sz="3300" b="0" u="none" strike="noStrike" kern="1200" dirty="0">
              <a:solidFill>
                <a:srgbClr val="FFFFFF"/>
              </a:solidFill>
              <a:effectLst/>
              <a:uFillTx/>
              <a:latin typeface="JetBrainsMono NF"/>
            </a:endParaRPr>
          </a:p>
        </p:txBody>
      </p:sp>
      <p:graphicFrame>
        <p:nvGraphicFramePr>
          <p:cNvPr id="32" name="PlaceHolder 2">
            <a:extLst>
              <a:ext uri="{FF2B5EF4-FFF2-40B4-BE49-F238E27FC236}">
                <a16:creationId xmlns:a16="http://schemas.microsoft.com/office/drawing/2014/main" id="{3D83B8C0-D792-D5AA-2966-A274B36387F1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2603942156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Ovál 1">
            <a:extLst>
              <a:ext uri="{FF2B5EF4-FFF2-40B4-BE49-F238E27FC236}">
                <a16:creationId xmlns:a16="http://schemas.microsoft.com/office/drawing/2014/main" id="{D9672D05-E6EE-1FE6-3C92-1A70D8A7C4F4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6D5E68EE-2C53-27F6-902F-B340A7852ABE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08F85331-DCCC-E483-3BEF-C2622785EE60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A4AAB7D1-9845-9B3D-EE87-8E5A8CA1B6F2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8BEE00D8-228C-5C7F-EB71-9C5E40206634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vál 7">
            <a:extLst>
              <a:ext uri="{FF2B5EF4-FFF2-40B4-BE49-F238E27FC236}">
                <a16:creationId xmlns:a16="http://schemas.microsoft.com/office/drawing/2014/main" id="{6648F26D-F6D3-A42F-C91C-6CC0A64BB5C4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AD9D3E9E-0558-2B9D-118C-35E11E795421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53751591-15EB-9199-CF3E-2E82C5BE72E4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8E718A8A-7BFF-2047-7E5E-5AD5A44EADEB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2E4F79FE-B23A-53A1-9091-8B6297D7CCB8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7FE650B3-B2E5-9C71-E891-D893E0377603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E27278EB-3C05-41DB-DE93-4BD1F6D63E37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8BAC7167-ECFE-80CA-D11C-C3FC21EC11CC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3B3828D0-C4A4-F23B-B39C-D0B3601912EC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2E9A5632-5110-91E0-5421-B93EC138B827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E53DB184-940C-FCC8-1EF8-5E9FE35B00DE}"/>
              </a:ext>
            </a:extLst>
          </p:cNvPr>
          <p:cNvSpPr/>
          <p:nvPr/>
        </p:nvSpPr>
        <p:spPr>
          <a:xfrm>
            <a:off x="3395183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Kongruentní</a:t>
            </a:r>
            <a:r>
              <a:rPr lang="en-US" sz="3300" b="0" u="none" strike="noStrike" kern="1200" dirty="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 </a:t>
            </a:r>
            <a:r>
              <a:rPr lang="en-US" sz="3300" b="0" u="none" strike="noStrike" kern="1200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generátor</a:t>
            </a:r>
            <a:endParaRPr lang="en-US" sz="3300" b="0" u="none" strike="noStrike" kern="1200" dirty="0">
              <a:solidFill>
                <a:srgbClr val="FFFFFF"/>
              </a:solidFill>
              <a:effectLst/>
              <a:uFillTx/>
              <a:latin typeface="JetBrainsMono NF"/>
            </a:endParaRPr>
          </a:p>
        </p:txBody>
      </p:sp>
      <p:graphicFrame>
        <p:nvGraphicFramePr>
          <p:cNvPr id="34" name="PlaceHolder 2">
            <a:extLst>
              <a:ext uri="{FF2B5EF4-FFF2-40B4-BE49-F238E27FC236}">
                <a16:creationId xmlns:a16="http://schemas.microsoft.com/office/drawing/2014/main" id="{B29AC671-8406-D63B-CA4B-9C4A686573A8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2167388977"/>
              </p:ext>
            </p:extLst>
          </p:nvPr>
        </p:nvGraphicFramePr>
        <p:xfrm>
          <a:off x="991050" y="1799561"/>
          <a:ext cx="8098524" cy="17769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Obrázek 10" descr="Obsah obrázku Písmo, typografie, kaligrafie, bílé&#10;&#10;Obsah generovaný pomocí AI může být nesprávný.">
            <a:extLst>
              <a:ext uri="{FF2B5EF4-FFF2-40B4-BE49-F238E27FC236}">
                <a16:creationId xmlns:a16="http://schemas.microsoft.com/office/drawing/2014/main" id="{990EB02D-9D9A-F6DF-4966-CE299B6816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6861" y="3576557"/>
            <a:ext cx="7706902" cy="1255758"/>
          </a:xfrm>
          <a:prstGeom prst="rect">
            <a:avLst/>
          </a:prstGeom>
        </p:spPr>
      </p:pic>
      <p:sp>
        <p:nvSpPr>
          <p:cNvPr id="12" name="Ovál 11">
            <a:extLst>
              <a:ext uri="{FF2B5EF4-FFF2-40B4-BE49-F238E27FC236}">
                <a16:creationId xmlns:a16="http://schemas.microsoft.com/office/drawing/2014/main" id="{1646BC33-77DC-6302-2465-C8050FCB6B85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F3DA7A65-CF15-ED0E-F1FB-149B1EA2BA24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1F37D189-F498-83AA-C068-25649B98FBD1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0398A7EF-EE74-27DD-B3A5-5297BFA7A19C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29B08E19-3804-AFFF-E12B-92A62E8CCAFA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FD91D0EF-5D59-6FD5-3A81-440B8940DC42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9" name="Ovál 18">
            <a:extLst>
              <a:ext uri="{FF2B5EF4-FFF2-40B4-BE49-F238E27FC236}">
                <a16:creationId xmlns:a16="http://schemas.microsoft.com/office/drawing/2014/main" id="{4C779974-AFC7-2297-436E-104902E8EEAA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0" name="Ovál 19">
            <a:extLst>
              <a:ext uri="{FF2B5EF4-FFF2-40B4-BE49-F238E27FC236}">
                <a16:creationId xmlns:a16="http://schemas.microsoft.com/office/drawing/2014/main" id="{E20BEAA2-14FF-2E71-6DF5-493D80554606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1" name="Ovál 20">
            <a:extLst>
              <a:ext uri="{FF2B5EF4-FFF2-40B4-BE49-F238E27FC236}">
                <a16:creationId xmlns:a16="http://schemas.microsoft.com/office/drawing/2014/main" id="{812A3E1C-903E-5C37-EAC4-D83608D0244F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2" name="Ovál 21">
            <a:extLst>
              <a:ext uri="{FF2B5EF4-FFF2-40B4-BE49-F238E27FC236}">
                <a16:creationId xmlns:a16="http://schemas.microsoft.com/office/drawing/2014/main" id="{815CF72E-8FB6-C0B7-810D-A93BF3BF1EDB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3" name="Ovál 22">
            <a:extLst>
              <a:ext uri="{FF2B5EF4-FFF2-40B4-BE49-F238E27FC236}">
                <a16:creationId xmlns:a16="http://schemas.microsoft.com/office/drawing/2014/main" id="{BEDADE13-FD31-5293-C052-D01FC3C05B74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4" name="Ovál 23">
            <a:extLst>
              <a:ext uri="{FF2B5EF4-FFF2-40B4-BE49-F238E27FC236}">
                <a16:creationId xmlns:a16="http://schemas.microsoft.com/office/drawing/2014/main" id="{E2BA8EAC-79B1-D7E1-76D5-88AAADDC3275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5" name="Ovál 24">
            <a:extLst>
              <a:ext uri="{FF2B5EF4-FFF2-40B4-BE49-F238E27FC236}">
                <a16:creationId xmlns:a16="http://schemas.microsoft.com/office/drawing/2014/main" id="{82000F8D-FE43-2DCA-9D9D-DA6C290C57CF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6" name="Ovál 25">
            <a:extLst>
              <a:ext uri="{FF2B5EF4-FFF2-40B4-BE49-F238E27FC236}">
                <a16:creationId xmlns:a16="http://schemas.microsoft.com/office/drawing/2014/main" id="{0E407CC0-2773-CF6B-98AA-433B6C689259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7" name="Ovál 26">
            <a:extLst>
              <a:ext uri="{FF2B5EF4-FFF2-40B4-BE49-F238E27FC236}">
                <a16:creationId xmlns:a16="http://schemas.microsoft.com/office/drawing/2014/main" id="{95067A6A-95AB-34C7-A204-7BB06B409EB5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8" name="Ovál 27">
            <a:extLst>
              <a:ext uri="{FF2B5EF4-FFF2-40B4-BE49-F238E27FC236}">
                <a16:creationId xmlns:a16="http://schemas.microsoft.com/office/drawing/2014/main" id="{6BE9F307-8A80-E4B0-DC62-FD441AED2BB2}"/>
              </a:ext>
            </a:extLst>
          </p:cNvPr>
          <p:cNvSpPr/>
          <p:nvPr/>
        </p:nvSpPr>
        <p:spPr>
          <a:xfrm>
            <a:off x="3707623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260" y="0"/>
            <a:ext cx="10078104" cy="56705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DE7D1A07-1327-5DB5-AD83-FBC613E5F3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363" y="-972207"/>
            <a:ext cx="10480810" cy="7614963"/>
          </a:xfrm>
          <a:prstGeom prst="rect">
            <a:avLst/>
          </a:prstGeom>
        </p:spPr>
      </p:pic>
      <p:sp>
        <p:nvSpPr>
          <p:cNvPr id="11" name="Ovál 10">
            <a:extLst>
              <a:ext uri="{FF2B5EF4-FFF2-40B4-BE49-F238E27FC236}">
                <a16:creationId xmlns:a16="http://schemas.microsoft.com/office/drawing/2014/main" id="{D5B972D0-F8BC-4C21-292A-BF0872F33CC0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48E159EA-864E-FC0E-33FA-36D131209263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3C018878-D740-B164-3C73-828ECE95DA63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D65C1BA5-A16C-E5BC-C9C7-ACC2A5D3F736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2E308EE4-060E-4F60-6EE6-0DEB75BF98E5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C6C3E06E-8291-65CA-99C5-AF526B0EC200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638E6A07-9103-08F8-86F3-B88D19A095F6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9" name="Ovál 18">
            <a:extLst>
              <a:ext uri="{FF2B5EF4-FFF2-40B4-BE49-F238E27FC236}">
                <a16:creationId xmlns:a16="http://schemas.microsoft.com/office/drawing/2014/main" id="{915B2EB5-30F9-285F-7E8B-6C8356984113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0" name="Ovál 19">
            <a:extLst>
              <a:ext uri="{FF2B5EF4-FFF2-40B4-BE49-F238E27FC236}">
                <a16:creationId xmlns:a16="http://schemas.microsoft.com/office/drawing/2014/main" id="{3F334401-F48C-BF7A-A0C4-627195280CBD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1" name="Ovál 20">
            <a:extLst>
              <a:ext uri="{FF2B5EF4-FFF2-40B4-BE49-F238E27FC236}">
                <a16:creationId xmlns:a16="http://schemas.microsoft.com/office/drawing/2014/main" id="{619182F6-DE0E-190A-15DE-F5C90347CBDE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2" name="Ovál 21">
            <a:extLst>
              <a:ext uri="{FF2B5EF4-FFF2-40B4-BE49-F238E27FC236}">
                <a16:creationId xmlns:a16="http://schemas.microsoft.com/office/drawing/2014/main" id="{3CE881F7-7664-83B9-321F-50330C26E86D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3" name="Ovál 22">
            <a:extLst>
              <a:ext uri="{FF2B5EF4-FFF2-40B4-BE49-F238E27FC236}">
                <a16:creationId xmlns:a16="http://schemas.microsoft.com/office/drawing/2014/main" id="{93DD469E-3275-E070-F728-92596D4EFEFA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4" name="Ovál 23">
            <a:extLst>
              <a:ext uri="{FF2B5EF4-FFF2-40B4-BE49-F238E27FC236}">
                <a16:creationId xmlns:a16="http://schemas.microsoft.com/office/drawing/2014/main" id="{DA1007E5-A0BA-7D57-E46B-D6564F65131E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5" name="Ovál 24">
            <a:extLst>
              <a:ext uri="{FF2B5EF4-FFF2-40B4-BE49-F238E27FC236}">
                <a16:creationId xmlns:a16="http://schemas.microsoft.com/office/drawing/2014/main" id="{65B76FF2-B6B5-0BF0-9D96-1A349D4BDB69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6" name="Ovál 25">
            <a:extLst>
              <a:ext uri="{FF2B5EF4-FFF2-40B4-BE49-F238E27FC236}">
                <a16:creationId xmlns:a16="http://schemas.microsoft.com/office/drawing/2014/main" id="{DB83E218-2430-E50E-2061-2D9F4A72A28A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7" name="Ovál 26">
            <a:extLst>
              <a:ext uri="{FF2B5EF4-FFF2-40B4-BE49-F238E27FC236}">
                <a16:creationId xmlns:a16="http://schemas.microsoft.com/office/drawing/2014/main" id="{7AC9A26D-ED71-6EC8-174F-8C082B4923F9}"/>
              </a:ext>
            </a:extLst>
          </p:cNvPr>
          <p:cNvSpPr/>
          <p:nvPr/>
        </p:nvSpPr>
        <p:spPr>
          <a:xfrm>
            <a:off x="4020063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 dirty="0">
                <a:solidFill>
                  <a:srgbClr val="FFFFFF"/>
                </a:solidFill>
                <a:effectLst/>
                <a:uFillTx/>
                <a:latin typeface="JetBrainsMono NF"/>
              </a:rPr>
              <a:t>S</a:t>
            </a:r>
            <a:r>
              <a:rPr lang="cs-CZ" sz="3300" b="0" u="none" strike="noStrike" kern="1200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eeds</a:t>
            </a:r>
            <a:endParaRPr lang="en-US" sz="3300" b="0" u="none" strike="noStrike" kern="1200" dirty="0">
              <a:solidFill>
                <a:srgbClr val="FFFFFF"/>
              </a:solidFill>
              <a:effectLst/>
              <a:uFillTx/>
              <a:latin typeface="JetBrainsMono NF"/>
            </a:endParaRPr>
          </a:p>
        </p:txBody>
      </p:sp>
      <p:graphicFrame>
        <p:nvGraphicFramePr>
          <p:cNvPr id="37" name="PlaceHolder 2">
            <a:extLst>
              <a:ext uri="{FF2B5EF4-FFF2-40B4-BE49-F238E27FC236}">
                <a16:creationId xmlns:a16="http://schemas.microsoft.com/office/drawing/2014/main" id="{36D72F71-D3EC-76BA-2C59-3D3BF09F8771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1166511284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Ovál 1">
            <a:extLst>
              <a:ext uri="{FF2B5EF4-FFF2-40B4-BE49-F238E27FC236}">
                <a16:creationId xmlns:a16="http://schemas.microsoft.com/office/drawing/2014/main" id="{F5EA25F2-D81B-8B6C-7301-65FBEE059E15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EE2216F7-5D53-D5B0-E007-095F94099D70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F5CC460C-C5CB-AF41-C06F-81D02725A5B6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vál 4">
            <a:extLst>
              <a:ext uri="{FF2B5EF4-FFF2-40B4-BE49-F238E27FC236}">
                <a16:creationId xmlns:a16="http://schemas.microsoft.com/office/drawing/2014/main" id="{974C8693-3479-1E64-8BC9-34B3E9963E76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22BCDF2A-289B-8906-E215-372BD54FCBB6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363F5FCD-2D8E-E5A3-CCB1-79FF1892B5E9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0ACBFE3B-C385-2AAB-1CB7-ADBD36748A12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E6402A37-5B2B-6A6C-AEA2-6DA29DD4EC23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ADB59E55-BCC0-DA10-6BE2-4E7677D943EF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DFBC06F7-A9B6-54E1-4680-14DA10821C60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6A2AF50D-FC2B-BB9C-81EB-805D3891E45F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FBA7FD0C-2EC6-8E11-6919-D2F05F713F08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FD5EA619-81EF-23D8-FA0E-A60FFBCD9254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3B6DE3F4-5CD9-6B55-5E25-201A96336230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C59AD5CA-3519-533D-10E4-E1EA49439DF0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6E1EE788-438B-F0F1-6251-975990D11259}"/>
              </a:ext>
            </a:extLst>
          </p:cNvPr>
          <p:cNvSpPr/>
          <p:nvPr/>
        </p:nvSpPr>
        <p:spPr>
          <a:xfrm>
            <a:off x="4332897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41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55378" y="412059"/>
            <a:ext cx="8187748" cy="4846431"/>
            <a:chOff x="1155481" y="498348"/>
            <a:chExt cx="9902663" cy="5861304"/>
          </a:xfrm>
        </p:grpSpPr>
        <p:sp>
          <p:nvSpPr>
            <p:cNvPr id="43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Oval 43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79201"/>
            <a:ext cx="10080625" cy="15121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60078" y="2295785"/>
            <a:ext cx="7560468" cy="11420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 algn="ctr">
              <a:tabLst>
                <a:tab pos="0" algn="l"/>
              </a:tabLst>
            </a:pPr>
            <a:r>
              <a:rPr lang="en-US" sz="3300" b="0" u="none" strike="noStrike" kern="1200" dirty="0" err="1">
                <a:solidFill>
                  <a:schemeClr val="bg2"/>
                </a:solidFill>
                <a:effectLst/>
                <a:uFillTx/>
                <a:latin typeface="JetBrainsMono NF"/>
              </a:rPr>
              <a:t>Využití</a:t>
            </a:r>
            <a:endParaRPr lang="en-US" sz="3300" b="0" u="none" strike="noStrike" kern="1200" dirty="0">
              <a:solidFill>
                <a:schemeClr val="bg2"/>
              </a:solidFill>
              <a:effectLst/>
              <a:uFillTx/>
              <a:latin typeface="JetBrainsMono NF"/>
            </a:endParaRPr>
          </a:p>
        </p:txBody>
      </p:sp>
      <p:sp>
        <p:nvSpPr>
          <p:cNvPr id="37" name="TextovéPole 36"/>
          <p:cNvSpPr txBox="1"/>
          <p:nvPr/>
        </p:nvSpPr>
        <p:spPr>
          <a:xfrm>
            <a:off x="1260078" y="3717360"/>
            <a:ext cx="7560468" cy="6300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</a:rPr>
              <a:t>Od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</a:rPr>
              <a:t>šifrování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</a:rPr>
              <a:t>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</a:rPr>
              <a:t>zpráv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</a:rPr>
              <a:t>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</a:rPr>
              <a:t>až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</a:rPr>
              <a:t> po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</a:rPr>
              <a:t>nekonečné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</a:rPr>
              <a:t>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</a:rPr>
              <a:t>vesmíry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</a:rPr>
              <a:t>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</a:rPr>
              <a:t>videoher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</a:rPr>
              <a:t>.</a:t>
            </a:r>
          </a:p>
        </p:txBody>
      </p:sp>
      <p:sp>
        <p:nvSpPr>
          <p:cNvPr id="2" name="Ovál 1">
            <a:extLst>
              <a:ext uri="{FF2B5EF4-FFF2-40B4-BE49-F238E27FC236}">
                <a16:creationId xmlns:a16="http://schemas.microsoft.com/office/drawing/2014/main" id="{F2465869-05E2-BC96-1B69-2784B96F5076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ADF75807-35FA-20D7-1285-1C23CBC37D75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382FC21E-5012-1211-BC23-C57717A0DCE5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vál 4">
            <a:extLst>
              <a:ext uri="{FF2B5EF4-FFF2-40B4-BE49-F238E27FC236}">
                <a16:creationId xmlns:a16="http://schemas.microsoft.com/office/drawing/2014/main" id="{9A9A82E7-6C29-9B13-BD83-B5558629019E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6B7B4016-7B12-80F6-3271-F0BD0AF5C344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BAD5CDFF-0351-8AAD-BB73-F81AA6699B19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vál 7">
            <a:extLst>
              <a:ext uri="{FF2B5EF4-FFF2-40B4-BE49-F238E27FC236}">
                <a16:creationId xmlns:a16="http://schemas.microsoft.com/office/drawing/2014/main" id="{A4B3716D-0B4C-A114-7972-DE4C57323218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CCA4AB38-E42D-6B30-29D2-CFA1BAEC81FE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953B088A-0B0A-453D-36D6-B7B77529F3AF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D0DB4BF0-AAEA-BD71-C746-1A047A102AD4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2F7046D2-7F18-2199-C3BC-4A78309F2D39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03E5E8F6-4C68-BF16-F239-DC84EF420B41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CAEF8926-4F94-D67C-2949-5D6A85B8AB70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8F974474-0851-BABC-8702-8A164F06B82B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9DA94A02-452F-822A-E7F8-D3F4C56E48E9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A13A82A1-271F-0D7A-F148-F71C9540F758}"/>
              </a:ext>
            </a:extLst>
          </p:cNvPr>
          <p:cNvSpPr/>
          <p:nvPr/>
        </p:nvSpPr>
        <p:spPr>
          <a:xfrm>
            <a:off x="4645337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0080623" cy="56705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46554" cy="1890182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29876" y="289560"/>
            <a:ext cx="3842166" cy="1343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dirty="0" err="1">
                <a:effectLst/>
                <a:uFillTx/>
                <a:latin typeface="JetBrainsMono NF"/>
              </a:rPr>
              <a:t>Bezpečnost</a:t>
            </a:r>
            <a:endParaRPr lang="en-US" sz="3300" b="0" u="none" strike="noStrike" dirty="0">
              <a:effectLst/>
              <a:uFillTx/>
              <a:latin typeface="JetBrainsMono NF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629876" y="2426274"/>
            <a:ext cx="3842167" cy="21222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PRNG je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předvídatelné</a:t>
            </a:r>
            <a:endParaRPr lang="cs-CZ" sz="1600" b="0" u="none" strike="noStrike" dirty="0">
              <a:effectLst/>
              <a:uFillTx/>
              <a:latin typeface="JetBrainsMono NF"/>
              <a:ea typeface="+mn-ea"/>
              <a:cs typeface="+mn-cs"/>
            </a:endParaRPr>
          </a:p>
          <a:p>
            <a:pPr>
              <a:buClr>
                <a:srgbClr val="000000"/>
              </a:buClr>
            </a:pPr>
            <a:endParaRPr lang="en-US" sz="1600" b="0" u="none" strike="noStrike" dirty="0">
              <a:effectLst/>
              <a:uFillTx/>
              <a:latin typeface="JetBrainsMono NF"/>
              <a:ea typeface="+mn-ea"/>
              <a:cs typeface="+mn-cs"/>
            </a:endParaRPr>
          </a:p>
          <a:p>
            <a:pPr indent="-228600"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Čerpání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z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fyzické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reality.</a:t>
            </a:r>
          </a:p>
          <a:p>
            <a:pPr marL="864000" lvl="1" indent="-228600" algn="l" rtl="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sz="16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Tepelný</a:t>
            </a:r>
            <a:r>
              <a:rPr lang="en-US" sz="16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šum</a:t>
            </a:r>
            <a:r>
              <a:rPr lang="en-US" sz="16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procesoru</a:t>
            </a:r>
            <a:endParaRPr lang="en-US" sz="1600" b="0" u="none" strike="noStrike" kern="1200" dirty="0">
              <a:solidFill>
                <a:schemeClr val="tx1"/>
              </a:solidFill>
              <a:effectLst/>
              <a:uFillTx/>
              <a:latin typeface="JetBrainsMono NF"/>
              <a:ea typeface="+mn-ea"/>
              <a:cs typeface="+mn-cs"/>
            </a:endParaRPr>
          </a:p>
          <a:p>
            <a:pPr marL="864000" lvl="1" indent="-228600" algn="l" rtl="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sz="16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Pohyby</a:t>
            </a:r>
            <a:r>
              <a:rPr lang="en-US" sz="16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myši</a:t>
            </a:r>
            <a:endParaRPr lang="en-US" sz="1600" b="0" u="none" strike="noStrike" kern="1200" dirty="0">
              <a:solidFill>
                <a:schemeClr val="tx1"/>
              </a:solidFill>
              <a:effectLst/>
              <a:uFillTx/>
              <a:latin typeface="JetBrainsMono NF"/>
              <a:ea typeface="+mn-ea"/>
              <a:cs typeface="+mn-cs"/>
            </a:endParaRPr>
          </a:p>
          <a:p>
            <a:pPr marL="864000" lvl="1" indent="-228600" algn="l" rtl="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sz="16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Lávové</a:t>
            </a:r>
            <a:r>
              <a:rPr lang="en-US" sz="16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kern="1200" dirty="0" err="1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lampy</a:t>
            </a:r>
            <a:r>
              <a:rPr lang="en-US" sz="1600" b="0" u="none" strike="noStrike" kern="1200" dirty="0">
                <a:solidFill>
                  <a:schemeClr val="tx1"/>
                </a:solidFill>
                <a:effectLst/>
                <a:uFillTx/>
                <a:latin typeface="JetBrainsMono NF"/>
                <a:ea typeface="+mn-ea"/>
                <a:cs typeface="+mn-cs"/>
              </a:rPr>
              <a:t> (Cloudflare)</a:t>
            </a:r>
          </a:p>
        </p:txBody>
      </p:sp>
      <p:pic>
        <p:nvPicPr>
          <p:cNvPr id="40" name="Obrázek 39" descr="Obsah obrázku interiér, zeď, váza, domácnost&#10;&#10;Obsah generovaný pomocí AI může být nesprávný."/>
          <p:cNvPicPr/>
          <p:nvPr/>
        </p:nvPicPr>
        <p:blipFill>
          <a:blip r:embed="rId3"/>
          <a:srcRect l="11563" r="38382" b="-2"/>
          <a:stretch>
            <a:fillRect/>
          </a:stretch>
        </p:blipFill>
        <p:spPr>
          <a:xfrm>
            <a:off x="5040312" y="10"/>
            <a:ext cx="5045956" cy="5670540"/>
          </a:xfrm>
          <a:prstGeom prst="rect">
            <a:avLst/>
          </a:prstGeom>
          <a:noFill/>
        </p:spPr>
      </p:pic>
      <p:sp>
        <p:nvSpPr>
          <p:cNvPr id="2" name="Ovál 1">
            <a:extLst>
              <a:ext uri="{FF2B5EF4-FFF2-40B4-BE49-F238E27FC236}">
                <a16:creationId xmlns:a16="http://schemas.microsoft.com/office/drawing/2014/main" id="{7757C089-21CC-07CD-69A1-2C54D2B9C007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AA1C75A4-3BFF-10FE-166B-EB03B0904566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B3A4C495-8B35-A527-388B-3827E7911E4F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vál 4">
            <a:extLst>
              <a:ext uri="{FF2B5EF4-FFF2-40B4-BE49-F238E27FC236}">
                <a16:creationId xmlns:a16="http://schemas.microsoft.com/office/drawing/2014/main" id="{8F030B74-D13D-D890-AD4A-175821216D7A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8E5653E1-F9B9-E399-AC06-2951E7A48C8D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927D608B-3065-2C01-0DF7-5D59FFF12B0C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vál 7">
            <a:extLst>
              <a:ext uri="{FF2B5EF4-FFF2-40B4-BE49-F238E27FC236}">
                <a16:creationId xmlns:a16="http://schemas.microsoft.com/office/drawing/2014/main" id="{783D8D91-B414-D513-03BC-C980AE5E05D9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2546F933-3793-EDE0-DB2F-6390105DB041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DDE0AC35-12F8-3DAE-D10C-DF143760D428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4D086766-70A1-7FC4-7175-2BB2150C187D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2BB65F2F-1E66-FC50-81CE-573F036CC503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876EF547-859D-6428-77A6-FFD9F7CE2833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D4C51586-4E55-24F9-8095-2B9744E8FD67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204E34E2-B388-1A7E-EE89-80FB77812FA0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5512B26B-19C9-0341-3049-A92532925E5E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23A4AD54-7A05-8BE1-87B6-6B133011AF5E}"/>
              </a:ext>
            </a:extLst>
          </p:cNvPr>
          <p:cNvSpPr/>
          <p:nvPr/>
        </p:nvSpPr>
        <p:spPr>
          <a:xfrm>
            <a:off x="4957777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Videohry</a:t>
            </a:r>
            <a:endParaRPr lang="en-US" sz="3300" b="0" u="none" strike="noStrike" kern="1200" dirty="0">
              <a:solidFill>
                <a:srgbClr val="FFFFFF"/>
              </a:solidFill>
              <a:effectLst/>
              <a:uFillTx/>
              <a:latin typeface="JetBrainsMono NF"/>
            </a:endParaRPr>
          </a:p>
        </p:txBody>
      </p:sp>
      <p:graphicFrame>
        <p:nvGraphicFramePr>
          <p:cNvPr id="48" name="PlaceHolder 2">
            <a:extLst>
              <a:ext uri="{FF2B5EF4-FFF2-40B4-BE49-F238E27FC236}">
                <a16:creationId xmlns:a16="http://schemas.microsoft.com/office/drawing/2014/main" id="{29A35F0F-9B4B-78E3-EDB7-EFDC6060A02B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1551231679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Ovál 1">
            <a:extLst>
              <a:ext uri="{FF2B5EF4-FFF2-40B4-BE49-F238E27FC236}">
                <a16:creationId xmlns:a16="http://schemas.microsoft.com/office/drawing/2014/main" id="{265BDE7E-2D46-3629-6CE8-41CFFDB3A98B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ECC05685-FFFD-4EE8-AE26-5CA9EAD7F6C1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981A9A6C-40C0-3247-F92F-F488C07F3B5B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vál 4">
            <a:extLst>
              <a:ext uri="{FF2B5EF4-FFF2-40B4-BE49-F238E27FC236}">
                <a16:creationId xmlns:a16="http://schemas.microsoft.com/office/drawing/2014/main" id="{4A36EC88-B5A9-3BDD-BA25-16143D0BAF50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17AB5DE8-32BC-1EB6-042C-56F4978BFC0F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889E0344-C2E9-D3A7-EA0A-5DB775F2AC83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vál 7">
            <a:extLst>
              <a:ext uri="{FF2B5EF4-FFF2-40B4-BE49-F238E27FC236}">
                <a16:creationId xmlns:a16="http://schemas.microsoft.com/office/drawing/2014/main" id="{2300A96A-7F71-1541-DC83-5A1586049529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628AB8B1-A377-F172-41E2-B959AF0B5B50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B2FCDEDB-5354-E3D4-3741-E63080B0FE43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FE98561D-47C5-514C-553D-02A8BF1B47B5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AA432244-2812-568B-CD60-6823037B7D0D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91761EE8-A4F7-624C-F684-A87B04DC7ECC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4A79847F-9B9A-D4FD-600B-D46B8A4C0239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E2CDD735-FE67-4A81-765A-E36BDB0DE973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4F44D3BF-AF79-D47E-EF1D-2731ACBB654A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B0DD0FE0-B8DB-990F-E94B-DA5B11DB101C}"/>
              </a:ext>
            </a:extLst>
          </p:cNvPr>
          <p:cNvSpPr/>
          <p:nvPr/>
        </p:nvSpPr>
        <p:spPr>
          <a:xfrm>
            <a:off x="5270217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1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0086437" cy="1303487"/>
            <a:chOff x="0" y="0"/>
            <a:chExt cx="12192002" cy="1576446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134068" y="264025"/>
            <a:ext cx="7836113" cy="852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Grafika</a:t>
            </a:r>
            <a:endParaRPr lang="en-US" sz="3300" b="0" u="none" strike="noStrike" dirty="0">
              <a:solidFill>
                <a:srgbClr val="FFFFFF"/>
              </a:solidFill>
              <a:effectLst/>
              <a:uFillTx/>
              <a:latin typeface="JetBrainsMono NF"/>
            </a:endParaRPr>
          </a:p>
        </p:txBody>
      </p:sp>
      <p:pic>
        <p:nvPicPr>
          <p:cNvPr id="43" name="Obrázek 42"/>
          <p:cNvPicPr/>
          <p:nvPr/>
        </p:nvPicPr>
        <p:blipFill>
          <a:blip r:embed="rId3"/>
          <a:stretch/>
        </p:blipFill>
        <p:spPr>
          <a:xfrm>
            <a:off x="5642912" y="1660599"/>
            <a:ext cx="2164173" cy="2164173"/>
          </a:xfrm>
          <a:prstGeom prst="rect">
            <a:avLst/>
          </a:prstGeom>
          <a:noFill/>
        </p:spPr>
      </p:pic>
      <p:pic>
        <p:nvPicPr>
          <p:cNvPr id="44" name="Obrázek 43"/>
          <p:cNvPicPr/>
          <p:nvPr/>
        </p:nvPicPr>
        <p:blipFill>
          <a:blip r:embed="rId4"/>
          <a:stretch/>
        </p:blipFill>
        <p:spPr>
          <a:xfrm>
            <a:off x="2613903" y="1660596"/>
            <a:ext cx="2164173" cy="2164173"/>
          </a:xfrm>
          <a:prstGeom prst="rect">
            <a:avLst/>
          </a:prstGeom>
          <a:noFill/>
        </p:spPr>
      </p:pic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2613903" y="4182695"/>
            <a:ext cx="4876439" cy="11454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Výpočet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složitých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jevů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náhodným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vzorkováním</a:t>
            </a:r>
            <a:endParaRPr lang="en-US" sz="1600" b="0" u="none" strike="noStrike" dirty="0">
              <a:effectLst/>
              <a:uFillTx/>
              <a:latin typeface="JetBrainsMono NF"/>
              <a:ea typeface="+mn-ea"/>
              <a:cs typeface="+mn-cs"/>
            </a:endParaRPr>
          </a:p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Metoda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Monte Carlo (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optimalizace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výpočtů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)</a:t>
            </a:r>
          </a:p>
        </p:txBody>
      </p:sp>
      <p:sp>
        <p:nvSpPr>
          <p:cNvPr id="2" name="Ovál 1">
            <a:extLst>
              <a:ext uri="{FF2B5EF4-FFF2-40B4-BE49-F238E27FC236}">
                <a16:creationId xmlns:a16="http://schemas.microsoft.com/office/drawing/2014/main" id="{982D5DFA-705B-E150-AC22-E6B0611978D2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0118B3A9-C8BB-D379-5363-7C62A6613A70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B8AACE41-B5AA-6C0E-1515-BD8EC338BE1C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vál 4">
            <a:extLst>
              <a:ext uri="{FF2B5EF4-FFF2-40B4-BE49-F238E27FC236}">
                <a16:creationId xmlns:a16="http://schemas.microsoft.com/office/drawing/2014/main" id="{A53A0456-B63B-BB2A-7048-8406B3451983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73B1F931-D2A8-5636-B499-BFD893847CEE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9ADFDBAB-9EE3-FEE0-7CE9-0985217548E7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vál 7">
            <a:extLst>
              <a:ext uri="{FF2B5EF4-FFF2-40B4-BE49-F238E27FC236}">
                <a16:creationId xmlns:a16="http://schemas.microsoft.com/office/drawing/2014/main" id="{3F28A84F-4B66-2707-E63A-1783BB9B3110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13A52CD5-E580-D61E-AAD8-4AFA9B0C10CE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A1FF87A5-0B7E-D02B-216D-88123C8583B6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6E9E5778-8048-B1EC-47F6-51EBC3D0BE69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239AF36A-8CE9-8A46-55B7-A00E0E82FFDE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4FA53709-C552-79A2-FA8F-597B3939B62A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E066071D-8012-49B1-D5FC-429CF348F906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268BCF39-8801-E687-A3E3-5BB5AC2557C9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C7DF2077-3408-3072-4C5D-C6D9CD989C05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963A01FD-DC6E-DC02-0342-B087B61B53E4}"/>
              </a:ext>
            </a:extLst>
          </p:cNvPr>
          <p:cNvSpPr/>
          <p:nvPr/>
        </p:nvSpPr>
        <p:spPr>
          <a:xfrm>
            <a:off x="5582657" y="5350214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 dirty="0">
                <a:solidFill>
                  <a:srgbClr val="FFFFFF"/>
                </a:solidFill>
                <a:effectLst/>
                <a:uFillTx/>
                <a:latin typeface="JetBrainsMono NF"/>
              </a:rPr>
              <a:t>… a </a:t>
            </a:r>
            <a:r>
              <a:rPr lang="en-US" sz="3300" b="0" u="none" strike="noStrike" kern="1200" dirty="0" err="1">
                <a:solidFill>
                  <a:srgbClr val="FFFFFF"/>
                </a:solidFill>
                <a:effectLst/>
                <a:uFillTx/>
                <a:latin typeface="JetBrainsMono NF"/>
              </a:rPr>
              <a:t>další</a:t>
            </a:r>
            <a:endParaRPr lang="en-US" sz="3300" b="0" u="none" strike="noStrike" kern="1200" dirty="0">
              <a:solidFill>
                <a:srgbClr val="FFFFFF"/>
              </a:solidFill>
              <a:effectLst/>
              <a:uFillTx/>
              <a:latin typeface="JetBrainsMono NF"/>
            </a:endParaRPr>
          </a:p>
        </p:txBody>
      </p:sp>
      <p:graphicFrame>
        <p:nvGraphicFramePr>
          <p:cNvPr id="50" name="PlaceHolder 2">
            <a:extLst>
              <a:ext uri="{FF2B5EF4-FFF2-40B4-BE49-F238E27FC236}">
                <a16:creationId xmlns:a16="http://schemas.microsoft.com/office/drawing/2014/main" id="{47904DF7-FEC9-8AD6-EF7D-04F16CDB1790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1584830558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Ovál 1">
            <a:extLst>
              <a:ext uri="{FF2B5EF4-FFF2-40B4-BE49-F238E27FC236}">
                <a16:creationId xmlns:a16="http://schemas.microsoft.com/office/drawing/2014/main" id="{499F8C4D-16DA-1F4D-A859-721515AA17EA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2C629243-B685-A563-A9FC-A959E86100DF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45936725-15DB-C479-240D-20B1B1CFB8AF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vál 4">
            <a:extLst>
              <a:ext uri="{FF2B5EF4-FFF2-40B4-BE49-F238E27FC236}">
                <a16:creationId xmlns:a16="http://schemas.microsoft.com/office/drawing/2014/main" id="{887A4F3B-0173-2B79-42E8-5D37D1D18B38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B2CDCB01-B860-D71F-3013-AE29B6608AD8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6A9E1174-764E-68EA-EE67-404908568CF4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vál 7">
            <a:extLst>
              <a:ext uri="{FF2B5EF4-FFF2-40B4-BE49-F238E27FC236}">
                <a16:creationId xmlns:a16="http://schemas.microsoft.com/office/drawing/2014/main" id="{7A48B119-FC86-87CE-B607-A17E95815563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A23058E0-36EF-5FF1-0AF8-23233DCE17E3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6B326CEC-22F7-324F-8E10-8F2FA37B9A4A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68DB7B56-72F2-C515-942B-DE8C5B86786E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073C2B70-129C-A483-49DA-DE8F8B8B643F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F52C7D66-70F6-EB10-8D5A-9FF08DD6AA15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F8CB8B62-84F4-90EF-022E-2497F9156328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9CF19B1B-AC69-9ACB-8CA5-AC0D77AB013A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E4C358F9-5369-EBBE-2002-7EFE72AC8650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6F9F27C0-5167-4A23-3D20-CF64D7FB1C8D}"/>
              </a:ext>
            </a:extLst>
          </p:cNvPr>
          <p:cNvSpPr/>
          <p:nvPr/>
        </p:nvSpPr>
        <p:spPr>
          <a:xfrm>
            <a:off x="5895489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Lidské vnímání náhodnosti</a:t>
            </a:r>
          </a:p>
        </p:txBody>
      </p:sp>
      <p:graphicFrame>
        <p:nvGraphicFramePr>
          <p:cNvPr id="52" name="PlaceHolder 2">
            <a:extLst>
              <a:ext uri="{FF2B5EF4-FFF2-40B4-BE49-F238E27FC236}">
                <a16:creationId xmlns:a16="http://schemas.microsoft.com/office/drawing/2014/main" id="{0208B61E-1EF1-7211-44EC-A62F1F8C32BB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3392644370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Ovál 1">
            <a:extLst>
              <a:ext uri="{FF2B5EF4-FFF2-40B4-BE49-F238E27FC236}">
                <a16:creationId xmlns:a16="http://schemas.microsoft.com/office/drawing/2014/main" id="{6AF4844D-2E07-24E7-A302-814254142E5C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D329D357-77E9-8047-0A6F-EB5E11266173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916AD892-FB15-BC2D-A2EB-51371E6C1260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vál 4">
            <a:extLst>
              <a:ext uri="{FF2B5EF4-FFF2-40B4-BE49-F238E27FC236}">
                <a16:creationId xmlns:a16="http://schemas.microsoft.com/office/drawing/2014/main" id="{74277A28-7224-3143-7A57-E21ECAE473E0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2393B62B-07E1-462F-525F-CAA50BA20B4B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9CD553DA-25FA-1E6D-C895-392EAC4E1A76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vál 7">
            <a:extLst>
              <a:ext uri="{FF2B5EF4-FFF2-40B4-BE49-F238E27FC236}">
                <a16:creationId xmlns:a16="http://schemas.microsoft.com/office/drawing/2014/main" id="{150E03D8-284F-3D93-A2E4-1008D1C32987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31C0B057-CD4F-AE0B-DF3A-83F573875E06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D5699086-2951-D8DD-A464-3DA4A3DFE215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B0D942A1-31A8-862B-67DE-DF0D05B0B646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C3DC6EAB-102D-CDEF-934E-25D2164A6ABE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35CBD091-FCA5-2586-8433-0436514F2AAD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6882DFB6-AAA5-5E41-F455-824929AE7623}"/>
              </a:ext>
            </a:extLst>
          </p:cNvPr>
          <p:cNvSpPr/>
          <p:nvPr/>
        </p:nvSpPr>
        <p:spPr>
          <a:xfrm>
            <a:off x="655115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47075927-3875-0EBB-32C4-3E78876C104B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C3C2A17B-2E80-E025-F0B3-7D0C97FC8194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C52D82D4-237B-FE7D-3A26-BECC67F71710}"/>
              </a:ext>
            </a:extLst>
          </p:cNvPr>
          <p:cNvSpPr/>
          <p:nvPr/>
        </p:nvSpPr>
        <p:spPr>
          <a:xfrm>
            <a:off x="6208322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0080623" cy="56705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46554" cy="1890182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29876" y="289560"/>
            <a:ext cx="3842166" cy="1343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spcAft>
                <a:spcPts val="992"/>
              </a:spcAft>
              <a:tabLst>
                <a:tab pos="0" algn="l"/>
              </a:tabLst>
            </a:pPr>
            <a:r>
              <a:rPr lang="en-US" sz="3300" b="0" u="none" strike="noStrike" dirty="0">
                <a:effectLst/>
                <a:uFillTx/>
                <a:latin typeface="JetBrainsMono NF"/>
              </a:rPr>
              <a:t>Paradox </a:t>
            </a:r>
            <a:r>
              <a:rPr lang="en-US" sz="3300" b="0" u="none" strike="noStrike" dirty="0" err="1">
                <a:effectLst/>
                <a:uFillTx/>
                <a:latin typeface="JetBrainsMono NF"/>
              </a:rPr>
              <a:t>stroje</a:t>
            </a:r>
            <a:endParaRPr lang="en-US" sz="3300" b="0" u="none" strike="noStrike" dirty="0">
              <a:effectLst/>
              <a:uFillTx/>
              <a:latin typeface="JetBrainsMono NF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29875" y="2268220"/>
            <a:ext cx="3842167" cy="29875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Počítače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náhodu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nevlastní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, ale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skvěle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ji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imitují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.</a:t>
            </a:r>
          </a:p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Budoucnost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: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Kvantové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čipy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jako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zdroj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absolutní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náhody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.</a:t>
            </a:r>
          </a:p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Náhoda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není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chybou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ale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spojením</a:t>
            </a:r>
            <a:r>
              <a:rPr lang="en-US" sz="1600" b="0" u="none" strike="noStrike" dirty="0">
                <a:effectLst/>
                <a:uFillTx/>
                <a:latin typeface="JetBrainsMono NF"/>
                <a:ea typeface="+mn-ea"/>
                <a:cs typeface="+mn-cs"/>
              </a:rPr>
              <a:t> s </a:t>
            </a:r>
            <a:r>
              <a:rPr lang="en-US" sz="1600" b="0" u="none" strike="noStrike" dirty="0" err="1">
                <a:effectLst/>
                <a:uFillTx/>
                <a:latin typeface="JetBrainsMono NF"/>
                <a:ea typeface="+mn-ea"/>
                <a:cs typeface="+mn-cs"/>
              </a:rPr>
              <a:t>realitou</a:t>
            </a:r>
            <a:endParaRPr lang="en-US" sz="1600" b="0" u="none" strike="noStrike" dirty="0">
              <a:effectLst/>
              <a:uFillTx/>
              <a:latin typeface="JetBrainsMono NF"/>
              <a:ea typeface="+mn-ea"/>
              <a:cs typeface="+mn-cs"/>
            </a:endParaRPr>
          </a:p>
        </p:txBody>
      </p:sp>
      <p:pic>
        <p:nvPicPr>
          <p:cNvPr id="54" name="Picture 53" descr="Deska s elektronickými obvody">
            <a:extLst>
              <a:ext uri="{FF2B5EF4-FFF2-40B4-BE49-F238E27FC236}">
                <a16:creationId xmlns:a16="http://schemas.microsoft.com/office/drawing/2014/main" id="{0A1C5CFD-A07E-8756-245C-0058D676AE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16" r="4386"/>
          <a:stretch>
            <a:fillRect/>
          </a:stretch>
        </p:blipFill>
        <p:spPr>
          <a:xfrm>
            <a:off x="5040312" y="10"/>
            <a:ext cx="5045956" cy="5670540"/>
          </a:xfrm>
          <a:prstGeom prst="rect">
            <a:avLst/>
          </a:prstGeom>
        </p:spPr>
      </p:pic>
      <p:sp>
        <p:nvSpPr>
          <p:cNvPr id="2" name="Ovál 1">
            <a:extLst>
              <a:ext uri="{FF2B5EF4-FFF2-40B4-BE49-F238E27FC236}">
                <a16:creationId xmlns:a16="http://schemas.microsoft.com/office/drawing/2014/main" id="{7C515C8E-1EE0-4CEE-3067-481FBEB08A3F}"/>
              </a:ext>
            </a:extLst>
          </p:cNvPr>
          <p:cNvSpPr/>
          <p:nvPr/>
        </p:nvSpPr>
        <p:spPr>
          <a:xfrm>
            <a:off x="2487867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36381BD3-6426-0158-5986-7B99B86540FD}"/>
              </a:ext>
            </a:extLst>
          </p:cNvPr>
          <p:cNvSpPr/>
          <p:nvPr/>
        </p:nvSpPr>
        <p:spPr>
          <a:xfrm>
            <a:off x="280030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4C7264C5-20FE-9391-2CA0-C837B43D0B30}"/>
              </a:ext>
            </a:extLst>
          </p:cNvPr>
          <p:cNvSpPr/>
          <p:nvPr/>
        </p:nvSpPr>
        <p:spPr>
          <a:xfrm>
            <a:off x="311274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vál 4">
            <a:extLst>
              <a:ext uri="{FF2B5EF4-FFF2-40B4-BE49-F238E27FC236}">
                <a16:creationId xmlns:a16="http://schemas.microsoft.com/office/drawing/2014/main" id="{15B18077-60B5-BEA9-96AD-ACA6B81A76EA}"/>
              </a:ext>
            </a:extLst>
          </p:cNvPr>
          <p:cNvSpPr/>
          <p:nvPr/>
        </p:nvSpPr>
        <p:spPr>
          <a:xfrm>
            <a:off x="3425187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C3EF92A7-C46E-544B-0365-CC6B28BAA6D7}"/>
              </a:ext>
            </a:extLst>
          </p:cNvPr>
          <p:cNvSpPr/>
          <p:nvPr/>
        </p:nvSpPr>
        <p:spPr>
          <a:xfrm>
            <a:off x="373841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ál 6">
            <a:extLst>
              <a:ext uri="{FF2B5EF4-FFF2-40B4-BE49-F238E27FC236}">
                <a16:creationId xmlns:a16="http://schemas.microsoft.com/office/drawing/2014/main" id="{27C0693D-0EAA-8B5D-6D32-503B3282813F}"/>
              </a:ext>
            </a:extLst>
          </p:cNvPr>
          <p:cNvSpPr/>
          <p:nvPr/>
        </p:nvSpPr>
        <p:spPr>
          <a:xfrm>
            <a:off x="40508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vál 7">
            <a:extLst>
              <a:ext uri="{FF2B5EF4-FFF2-40B4-BE49-F238E27FC236}">
                <a16:creationId xmlns:a16="http://schemas.microsoft.com/office/drawing/2014/main" id="{752035C4-1439-E5F7-FB90-3AC75338BD85}"/>
              </a:ext>
            </a:extLst>
          </p:cNvPr>
          <p:cNvSpPr/>
          <p:nvPr/>
        </p:nvSpPr>
        <p:spPr>
          <a:xfrm>
            <a:off x="43632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" name="Ovál 8">
            <a:extLst>
              <a:ext uri="{FF2B5EF4-FFF2-40B4-BE49-F238E27FC236}">
                <a16:creationId xmlns:a16="http://schemas.microsoft.com/office/drawing/2014/main" id="{2793BB4A-5114-5F45-DF83-11D6A3FBA926}"/>
              </a:ext>
            </a:extLst>
          </p:cNvPr>
          <p:cNvSpPr/>
          <p:nvPr/>
        </p:nvSpPr>
        <p:spPr>
          <a:xfrm>
            <a:off x="467573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ál 9">
            <a:extLst>
              <a:ext uri="{FF2B5EF4-FFF2-40B4-BE49-F238E27FC236}">
                <a16:creationId xmlns:a16="http://schemas.microsoft.com/office/drawing/2014/main" id="{7093D569-1A5E-9729-0C5D-C2C1E8F402B0}"/>
              </a:ext>
            </a:extLst>
          </p:cNvPr>
          <p:cNvSpPr/>
          <p:nvPr/>
        </p:nvSpPr>
        <p:spPr>
          <a:xfrm>
            <a:off x="4988173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DE7FED88-9B23-5389-6FF3-E67DA72A7E1E}"/>
              </a:ext>
            </a:extLst>
          </p:cNvPr>
          <p:cNvSpPr/>
          <p:nvPr/>
        </p:nvSpPr>
        <p:spPr>
          <a:xfrm>
            <a:off x="530061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ál 11">
            <a:extLst>
              <a:ext uri="{FF2B5EF4-FFF2-40B4-BE49-F238E27FC236}">
                <a16:creationId xmlns:a16="http://schemas.microsoft.com/office/drawing/2014/main" id="{17199094-103F-E843-DDEB-5B09E007A82C}"/>
              </a:ext>
            </a:extLst>
          </p:cNvPr>
          <p:cNvSpPr/>
          <p:nvPr/>
        </p:nvSpPr>
        <p:spPr>
          <a:xfrm>
            <a:off x="561305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4EA08E3C-386F-E7BE-A9F8-1C9EAB8ACF33}"/>
              </a:ext>
            </a:extLst>
          </p:cNvPr>
          <p:cNvSpPr/>
          <p:nvPr/>
        </p:nvSpPr>
        <p:spPr>
          <a:xfrm>
            <a:off x="5925493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DC1FB41E-519A-BE33-A355-3FB7A775A49C}"/>
              </a:ext>
            </a:extLst>
          </p:cNvPr>
          <p:cNvSpPr/>
          <p:nvPr/>
        </p:nvSpPr>
        <p:spPr>
          <a:xfrm>
            <a:off x="6238719" y="5386265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B409A3B7-5059-F8BC-5E49-8C38C277BAFE}"/>
              </a:ext>
            </a:extLst>
          </p:cNvPr>
          <p:cNvSpPr/>
          <p:nvPr/>
        </p:nvSpPr>
        <p:spPr>
          <a:xfrm>
            <a:off x="686359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32474AA4-0795-7F26-7962-406A2F0C4923}"/>
              </a:ext>
            </a:extLst>
          </p:cNvPr>
          <p:cNvSpPr/>
          <p:nvPr/>
        </p:nvSpPr>
        <p:spPr>
          <a:xfrm>
            <a:off x="7176039" y="5382091"/>
            <a:ext cx="149066" cy="1398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ál 17">
            <a:extLst>
              <a:ext uri="{FF2B5EF4-FFF2-40B4-BE49-F238E27FC236}">
                <a16:creationId xmlns:a16="http://schemas.microsoft.com/office/drawing/2014/main" id="{0C25922A-D2FC-D68B-858C-714B7C0DFDAE}"/>
              </a:ext>
            </a:extLst>
          </p:cNvPr>
          <p:cNvSpPr/>
          <p:nvPr/>
        </p:nvSpPr>
        <p:spPr>
          <a:xfrm>
            <a:off x="6523920" y="5346078"/>
            <a:ext cx="209073" cy="21188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0080622" cy="1315307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709920" cy="1315307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09915" y="0"/>
            <a:ext cx="3370707" cy="1315307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9801" y="0"/>
            <a:ext cx="9700820" cy="1320839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7011113-12D1-893B-014C-1928BF04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069" y="243539"/>
            <a:ext cx="8182199" cy="85469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300" kern="1200" dirty="0" err="1">
                <a:solidFill>
                  <a:srgbClr val="FFFFFF"/>
                </a:solidFill>
                <a:latin typeface="JetBrainsMono NF"/>
              </a:rPr>
              <a:t>Zdroje</a:t>
            </a:r>
            <a:r>
              <a:rPr lang="en-US" sz="3300" kern="1200" dirty="0">
                <a:solidFill>
                  <a:srgbClr val="FFFFFF"/>
                </a:solidFill>
                <a:latin typeface="JetBrainsMono NF"/>
              </a:rPr>
              <a:t>: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126CCC2-2576-40A5-408E-8C97D96FBC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34069" y="1916805"/>
            <a:ext cx="8040052" cy="3045591"/>
          </a:xfr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JetBrainsMono NF"/>
              </a:rPr>
              <a:t>Ingram, B. (n.d.). Chapter 13: Ray Tracing. In Computer Graphics and </a:t>
            </a:r>
            <a:r>
              <a:rPr lang="en-US" sz="1200" dirty="0" err="1">
                <a:latin typeface="JetBrainsMono NF"/>
              </a:rPr>
              <a:t>Visualisation</a:t>
            </a:r>
            <a:r>
              <a:rPr lang="en-US" sz="1200" dirty="0">
                <a:latin typeface="JetBrainsMono NF"/>
              </a:rPr>
              <a:t>. University of the Witwatersrand. Retrieved from </a:t>
            </a:r>
            <a:r>
              <a:rPr lang="en-US" sz="1200" dirty="0">
                <a:latin typeface="JetBrainsMono NF"/>
                <a:hlinkClick r:id="rId3" tooltip="https://courses.ms.wits.ac.za/~branden/CGV/_book/tracing.html"/>
              </a:rPr>
              <a:t>https://courses.ms.wits.ac.za/~branden/CGV/_book/tracing.html</a:t>
            </a:r>
            <a:endParaRPr lang="en-US" sz="1200" dirty="0">
              <a:latin typeface="JetBrainsMono NF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JetBrainsMono NF"/>
              </a:rPr>
              <a:t>Brubaker, B. (2023, April 3). How randomness improves algorithms. Quanta Magazine. Retrieved from </a:t>
            </a:r>
            <a:r>
              <a:rPr lang="en-US" sz="1200" dirty="0">
                <a:latin typeface="JetBrainsMono NF"/>
                <a:hlinkClick r:id="rId4" tooltip="https://www.quantamagazine.org/how-randomness-improves-algorithms-20230403/"/>
              </a:rPr>
              <a:t>https://www.quantamagazine.org/how-randomness-improves-algorithms-20230403/</a:t>
            </a:r>
            <a:endParaRPr lang="en-US" sz="1200" dirty="0">
              <a:latin typeface="JetBrainsMono NF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JetBrainsMono NF"/>
              </a:rPr>
              <a:t>When Random Isn't Random Enough: Lessons from an Online Poker Exploit [Comment thread]. (2014, February 9). Hacker News. Retrieved from </a:t>
            </a:r>
            <a:r>
              <a:rPr lang="en-US" sz="1200" dirty="0">
                <a:latin typeface="JetBrainsMono NF"/>
                <a:hlinkClick r:id="rId5" tooltip="https://news.ycombinator.com/item?id=7207851"/>
              </a:rPr>
              <a:t>https://news.ycombinator.com/item?id=7207851</a:t>
            </a:r>
            <a:endParaRPr lang="en-US" sz="1200" dirty="0">
              <a:latin typeface="JetBrainsMono NF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JetBrainsMono NF"/>
              </a:rPr>
              <a:t>Gronchi, G., &amp; Sloman, S. A. (2021). Regular and random judgements are not two sides of the same coin: Both representativeness and encoding play a role in randomness perception. Psychonomic Bulletin &amp; Review. PMC8500893. Retrieved from </a:t>
            </a:r>
            <a:r>
              <a:rPr lang="en-US" sz="1200" u="sng" dirty="0">
                <a:latin typeface="JetBrainsMono NF"/>
                <a:hlinkClick r:id="rId6" tooltip="https://pmc.ncbi.nlm.nih.gov/articles/PMC8500893/"/>
              </a:rPr>
              <a:t>https://pmc.ncbi.nlm.nih.gov/articles/PMC8500893/</a:t>
            </a:r>
            <a:endParaRPr lang="en-US" sz="1200" u="sng" dirty="0">
              <a:latin typeface="JetBrainsMono NF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JetBrainsMono NF"/>
              </a:rPr>
              <a:t>Aigner, F. (2018, January 17). Life is a game of chance: The remarkable power of randomness [Video]. </a:t>
            </a:r>
            <a:r>
              <a:rPr lang="en-US" sz="1200" dirty="0" err="1">
                <a:latin typeface="JetBrainsMono NF"/>
              </a:rPr>
              <a:t>TEDxRWTHAachen</a:t>
            </a:r>
            <a:r>
              <a:rPr lang="en-US" sz="1200" dirty="0">
                <a:latin typeface="JetBrainsMono NF"/>
              </a:rPr>
              <a:t>. Retrieved from </a:t>
            </a:r>
            <a:r>
              <a:rPr lang="en-US" sz="1200" dirty="0">
                <a:latin typeface="JetBrainsMono NF"/>
                <a:hlinkClick r:id="rId7" tooltip="https://www.ted.com/talks/florian_aigner_life_is_a_game_of_chance_the_remarkable_power_of_randomness"/>
              </a:rPr>
              <a:t>https://www.ted.com/talks/florian_aigner_life_is_a_game_of_chance_the_remarkable_power_of_randomness</a:t>
            </a:r>
            <a:endParaRPr lang="en-US" sz="1200" dirty="0">
              <a:latin typeface="JetBrainsMono NF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JetBrainsMono NF"/>
              </a:rPr>
              <a:t>Peringer, P., Dr. Ing., &amp; Hrubý, M., Ing. PhD. (2022, September 15). </a:t>
            </a:r>
            <a:r>
              <a:rPr lang="en-US" sz="1200" dirty="0" err="1">
                <a:latin typeface="JetBrainsMono NF"/>
              </a:rPr>
              <a:t>Modelování</a:t>
            </a:r>
            <a:r>
              <a:rPr lang="en-US" sz="1200" dirty="0">
                <a:latin typeface="JetBrainsMono NF"/>
              </a:rPr>
              <a:t> a </a:t>
            </a:r>
            <a:r>
              <a:rPr lang="en-US" sz="1200" dirty="0" err="1">
                <a:latin typeface="JetBrainsMono NF"/>
              </a:rPr>
              <a:t>simulace</a:t>
            </a:r>
            <a:r>
              <a:rPr lang="en-US" sz="1200" dirty="0">
                <a:latin typeface="JetBrainsMono NF"/>
              </a:rPr>
              <a:t>. </a:t>
            </a:r>
            <a:r>
              <a:rPr lang="en-US" sz="1200" dirty="0" err="1">
                <a:latin typeface="JetBrainsMono NF"/>
              </a:rPr>
              <a:t>Vysoké</a:t>
            </a:r>
            <a:r>
              <a:rPr lang="en-US" sz="1200" dirty="0">
                <a:latin typeface="JetBrainsMono NF"/>
              </a:rPr>
              <a:t> </a:t>
            </a:r>
            <a:r>
              <a:rPr lang="en-US" sz="1200" dirty="0" err="1">
                <a:latin typeface="JetBrainsMono NF"/>
              </a:rPr>
              <a:t>učení</a:t>
            </a:r>
            <a:r>
              <a:rPr lang="en-US" sz="1200" dirty="0">
                <a:latin typeface="JetBrainsMono NF"/>
              </a:rPr>
              <a:t> </a:t>
            </a:r>
            <a:r>
              <a:rPr lang="en-US" sz="1200" dirty="0" err="1">
                <a:latin typeface="JetBrainsMono NF"/>
              </a:rPr>
              <a:t>technické</a:t>
            </a:r>
            <a:r>
              <a:rPr lang="en-US" sz="1200" dirty="0">
                <a:latin typeface="JetBrainsMono NF"/>
              </a:rPr>
              <a:t> v </a:t>
            </a:r>
            <a:r>
              <a:rPr lang="en-US" sz="1200" dirty="0" err="1">
                <a:latin typeface="JetBrainsMono NF"/>
              </a:rPr>
              <a:t>Brně</a:t>
            </a:r>
            <a:r>
              <a:rPr lang="en-US" sz="1200" dirty="0">
                <a:latin typeface="JetBrainsMono NF"/>
              </a:rPr>
              <a:t>, </a:t>
            </a:r>
            <a:r>
              <a:rPr lang="en-US" sz="1200" dirty="0" err="1">
                <a:latin typeface="JetBrainsMono NF"/>
              </a:rPr>
              <a:t>Fakulta</a:t>
            </a:r>
            <a:r>
              <a:rPr lang="en-US" sz="1200" dirty="0">
                <a:latin typeface="JetBrainsMono NF"/>
              </a:rPr>
              <a:t> </a:t>
            </a:r>
            <a:r>
              <a:rPr lang="en-US" sz="1200" dirty="0" err="1">
                <a:latin typeface="JetBrainsMono NF"/>
              </a:rPr>
              <a:t>informačních</a:t>
            </a:r>
            <a:r>
              <a:rPr lang="en-US" sz="1200" dirty="0">
                <a:latin typeface="JetBrainsMono NF"/>
              </a:rPr>
              <a:t> </a:t>
            </a:r>
            <a:r>
              <a:rPr lang="en-US" sz="1200" dirty="0" err="1">
                <a:latin typeface="JetBrainsMono NF"/>
              </a:rPr>
              <a:t>technologií</a:t>
            </a:r>
            <a:r>
              <a:rPr lang="en-US" sz="1200" dirty="0">
                <a:latin typeface="JetBrainsMono NF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428092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9692" y="0"/>
            <a:ext cx="10108697" cy="5678876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365421" y="-2"/>
            <a:ext cx="9733582" cy="5678879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2567" y="0"/>
            <a:ext cx="2995887" cy="567887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3125" y="-2"/>
            <a:ext cx="10115004" cy="5678880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3707651" y="-712476"/>
            <a:ext cx="5673800" cy="7108907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981344" y="900554"/>
            <a:ext cx="4107414" cy="4124515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C3250B1F-DC7D-F0DC-1913-836BEE29A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1705" y="677178"/>
            <a:ext cx="5551867" cy="262830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900" kern="1200" dirty="0" err="1">
                <a:solidFill>
                  <a:srgbClr val="FFFFFF"/>
                </a:solidFill>
                <a:latin typeface="JetBrainsMono NF"/>
              </a:rPr>
              <a:t>Konec</a:t>
            </a:r>
            <a:endParaRPr lang="en-US" sz="3900" kern="1200" dirty="0">
              <a:solidFill>
                <a:srgbClr val="FFFFFF"/>
              </a:solidFill>
              <a:latin typeface="JetBrainsMono NF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3712655"/>
            <a:ext cx="10101882" cy="1966223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82D78B4-9ED9-4DA3-63A6-646EA24B34D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543264" y="4101979"/>
            <a:ext cx="5833974" cy="89139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2400" kern="1200" dirty="0" err="1">
                <a:solidFill>
                  <a:srgbClr val="FFFFFF"/>
                </a:solidFill>
                <a:latin typeface="JetBrainsMono NF"/>
              </a:rPr>
              <a:t>Děkujeme</a:t>
            </a:r>
            <a:r>
              <a:rPr lang="en-US" sz="2400" kern="1200" dirty="0">
                <a:solidFill>
                  <a:srgbClr val="FFFFFF"/>
                </a:solidFill>
                <a:latin typeface="JetBrainsMono NF"/>
              </a:rPr>
              <a:t> za </a:t>
            </a:r>
            <a:r>
              <a:rPr lang="en-US" sz="2400" kern="1200" dirty="0" err="1">
                <a:solidFill>
                  <a:srgbClr val="FFFFFF"/>
                </a:solidFill>
                <a:latin typeface="JetBrainsMono NF"/>
              </a:rPr>
              <a:t>pozornost</a:t>
            </a:r>
            <a:endParaRPr lang="en-US" sz="2400" kern="1200" dirty="0">
              <a:solidFill>
                <a:srgbClr val="FFFFFF"/>
              </a:solidFill>
              <a:latin typeface="JetBrainsMono NF"/>
            </a:endParaRPr>
          </a:p>
        </p:txBody>
      </p:sp>
    </p:spTree>
    <p:extLst>
      <p:ext uri="{BB962C8B-B14F-4D97-AF65-F5344CB8AC3E}">
        <p14:creationId xmlns:p14="http://schemas.microsoft.com/office/powerpoint/2010/main" val="3621368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1851</TotalTime>
  <Words>1268</Words>
  <Application>Microsoft Office PowerPoint</Application>
  <PresentationFormat>Vlastní</PresentationFormat>
  <Paragraphs>134</Paragraphs>
  <Slides>16</Slides>
  <Notes>16</Notes>
  <HiddenSlides>0</HiddenSlides>
  <MMClips>0</MMClips>
  <ScaleCrop>false</ScaleCrop>
  <HeadingPairs>
    <vt:vector size="6" baseType="variant">
      <vt:variant>
        <vt:lpstr>Použitá písma</vt:lpstr>
      </vt:variant>
      <vt:variant>
        <vt:i4>5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16</vt:i4>
      </vt:variant>
    </vt:vector>
  </HeadingPairs>
  <TitlesOfParts>
    <vt:vector size="22" baseType="lpstr">
      <vt:lpstr>Arial</vt:lpstr>
      <vt:lpstr>JetBrainsMono NF</vt:lpstr>
      <vt:lpstr>Symbol</vt:lpstr>
      <vt:lpstr>Times New Roman</vt:lpstr>
      <vt:lpstr>Wingdings</vt:lpstr>
      <vt:lpstr>Office</vt:lpstr>
      <vt:lpstr>Náhoda v informačních technologiích</vt:lpstr>
      <vt:lpstr>Definice</vt:lpstr>
      <vt:lpstr>Pseudonáhodnost</vt:lpstr>
      <vt:lpstr>Pohled do historie</vt:lpstr>
      <vt:lpstr>Kongruentní generátor</vt:lpstr>
      <vt:lpstr>Prezentace aplikace PowerPoint</vt:lpstr>
      <vt:lpstr>Seeds</vt:lpstr>
      <vt:lpstr>Využití</vt:lpstr>
      <vt:lpstr>Bezpečnost</vt:lpstr>
      <vt:lpstr>Videohry</vt:lpstr>
      <vt:lpstr>Grafika</vt:lpstr>
      <vt:lpstr>… a další</vt:lpstr>
      <vt:lpstr>Lidské vnímání náhodnosti</vt:lpstr>
      <vt:lpstr>Paradox stroje</vt:lpstr>
      <vt:lpstr>Zdroje:</vt:lpstr>
      <vt:lpstr>Konec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Jakub Bílek</cp:lastModifiedBy>
  <cp:revision>30</cp:revision>
  <dcterms:created xsi:type="dcterms:W3CDTF">2026-02-12T11:23:27Z</dcterms:created>
  <dcterms:modified xsi:type="dcterms:W3CDTF">2026-02-16T09:45:55Z</dcterms:modified>
  <dc:language>en-US</dc:language>
</cp:coreProperties>
</file>