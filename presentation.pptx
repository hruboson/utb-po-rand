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3.xml" ContentType="application/vnd.openxmlformats-officedocument.presentationml.notesSlide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notesSlides/notesSlide4.xml" ContentType="application/vnd.openxmlformats-officedocument.presentationml.notesSlide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notesSlides/notesSlide5.xml" ContentType="application/vnd.openxmlformats-officedocument.presentationml.notesSlide+xml"/>
  <Override PartName="/ppt/diagrams/data4.xml" ContentType="application/vnd.openxmlformats-officedocument.drawingml.diagramData+xml"/>
  <Override PartName="/ppt/diagrams/layout4.xml" ContentType="application/vnd.openxmlformats-officedocument.drawingml.diagramLayout+xml"/>
  <Override PartName="/ppt/diagrams/quickStyle4.xml" ContentType="application/vnd.openxmlformats-officedocument.drawingml.diagramStyle+xml"/>
  <Override PartName="/ppt/diagrams/colors4.xml" ContentType="application/vnd.openxmlformats-officedocument.drawingml.diagramColors+xml"/>
  <Override PartName="/ppt/diagrams/drawing4.xml" ContentType="application/vnd.ms-office.drawingml.diagramDrawing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diagrams/data5.xml" ContentType="application/vnd.openxmlformats-officedocument.drawingml.diagramData+xml"/>
  <Override PartName="/ppt/diagrams/layout5.xml" ContentType="application/vnd.openxmlformats-officedocument.drawingml.diagramLayout+xml"/>
  <Override PartName="/ppt/diagrams/quickStyle5.xml" ContentType="application/vnd.openxmlformats-officedocument.drawingml.diagramStyle+xml"/>
  <Override PartName="/ppt/diagrams/colors5.xml" ContentType="application/vnd.openxmlformats-officedocument.drawingml.diagramColors+xml"/>
  <Override PartName="/ppt/diagrams/drawing5.xml" ContentType="application/vnd.ms-office.drawingml.diagramDrawing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diagrams/data6.xml" ContentType="application/vnd.openxmlformats-officedocument.drawingml.diagramData+xml"/>
  <Override PartName="/ppt/diagrams/layout6.xml" ContentType="application/vnd.openxmlformats-officedocument.drawingml.diagramLayout+xml"/>
  <Override PartName="/ppt/diagrams/quickStyle6.xml" ContentType="application/vnd.openxmlformats-officedocument.drawingml.diagramStyle+xml"/>
  <Override PartName="/ppt/diagrams/colors6.xml" ContentType="application/vnd.openxmlformats-officedocument.drawingml.diagramColors+xml"/>
  <Override PartName="/ppt/diagrams/drawing6.xml" ContentType="application/vnd.ms-office.drawingml.diagramDrawing+xml"/>
  <Override PartName="/ppt/notesSlides/notesSlide12.xml" ContentType="application/vnd.openxmlformats-officedocument.presentationml.notesSlide+xml"/>
  <Override PartName="/ppt/diagrams/data7.xml" ContentType="application/vnd.openxmlformats-officedocument.drawingml.diagramData+xml"/>
  <Override PartName="/ppt/diagrams/layout7.xml" ContentType="application/vnd.openxmlformats-officedocument.drawingml.diagramLayout+xml"/>
  <Override PartName="/ppt/diagrams/quickStyle7.xml" ContentType="application/vnd.openxmlformats-officedocument.drawingml.diagramStyle+xml"/>
  <Override PartName="/ppt/diagrams/colors7.xml" ContentType="application/vnd.openxmlformats-officedocument.drawingml.diagramColors+xml"/>
  <Override PartName="/ppt/diagrams/drawing7.xml" ContentType="application/vnd.ms-office.drawingml.diagramDrawing+xml"/>
  <Override PartName="/ppt/notesSlides/notesSlide13.xml" ContentType="application/vnd.openxmlformats-officedocument.presentationml.notesSlide+xml"/>
  <Override PartName="/ppt/diagrams/data8.xml" ContentType="application/vnd.openxmlformats-officedocument.drawingml.diagramData+xml"/>
  <Override PartName="/ppt/diagrams/layout8.xml" ContentType="application/vnd.openxmlformats-officedocument.drawingml.diagramLayout+xml"/>
  <Override PartName="/ppt/diagrams/quickStyle8.xml" ContentType="application/vnd.openxmlformats-officedocument.drawingml.diagramStyle+xml"/>
  <Override PartName="/ppt/diagrams/colors8.xml" ContentType="application/vnd.openxmlformats-officedocument.drawingml.diagramColors+xml"/>
  <Override PartName="/ppt/diagrams/drawing8.xml" ContentType="application/vnd.ms-office.drawingml.diagramDrawing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8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1" r:id="rId16"/>
    <p:sldId id="270" r:id="rId17"/>
  </p:sldIdLst>
  <p:sldSz cx="10080625" cy="5670550"/>
  <p:notesSz cx="7559675" cy="10691813"/>
  <p:defaultTextStyle>
    <a:defPPr>
      <a:defRPr lang="cs-CZ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70065" autoAdjust="0"/>
  </p:normalViewPr>
  <p:slideViewPr>
    <p:cSldViewPr snapToGrid="0">
      <p:cViewPr varScale="1">
        <p:scale>
          <a:sx n="69" d="100"/>
          <a:sy n="69" d="100"/>
        </p:scale>
        <p:origin x="782" y="6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diagrams/_rels/data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svg"/><Relationship Id="rId1" Type="http://schemas.openxmlformats.org/officeDocument/2006/relationships/image" Target="../media/image1.png"/><Relationship Id="rId6" Type="http://schemas.openxmlformats.org/officeDocument/2006/relationships/image" Target="../media/image6.svg"/><Relationship Id="rId5" Type="http://schemas.openxmlformats.org/officeDocument/2006/relationships/image" Target="../media/image5.png"/><Relationship Id="rId4" Type="http://schemas.openxmlformats.org/officeDocument/2006/relationships/image" Target="../media/image4.svg"/></Relationships>
</file>

<file path=ppt/diagrams/_rels/data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9.svg"/><Relationship Id="rId3" Type="http://schemas.openxmlformats.org/officeDocument/2006/relationships/image" Target="../media/image14.png"/><Relationship Id="rId7" Type="http://schemas.openxmlformats.org/officeDocument/2006/relationships/image" Target="../media/image18.png"/><Relationship Id="rId2" Type="http://schemas.openxmlformats.org/officeDocument/2006/relationships/image" Target="../media/image13.svg"/><Relationship Id="rId1" Type="http://schemas.openxmlformats.org/officeDocument/2006/relationships/image" Target="../media/image12.png"/><Relationship Id="rId6" Type="http://schemas.openxmlformats.org/officeDocument/2006/relationships/image" Target="../media/image17.svg"/><Relationship Id="rId5" Type="http://schemas.openxmlformats.org/officeDocument/2006/relationships/image" Target="../media/image16.png"/><Relationship Id="rId4" Type="http://schemas.openxmlformats.org/officeDocument/2006/relationships/image" Target="../media/image15.svg"/></Relationships>
</file>

<file path=ppt/diagrams/_rels/data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svg"/><Relationship Id="rId1" Type="http://schemas.openxmlformats.org/officeDocument/2006/relationships/image" Target="../media/image20.png"/><Relationship Id="rId6" Type="http://schemas.openxmlformats.org/officeDocument/2006/relationships/image" Target="../media/image25.svg"/><Relationship Id="rId5" Type="http://schemas.openxmlformats.org/officeDocument/2006/relationships/image" Target="../media/image24.png"/><Relationship Id="rId4" Type="http://schemas.openxmlformats.org/officeDocument/2006/relationships/image" Target="../media/image23.svg"/></Relationships>
</file>

<file path=ppt/diagrams/_rels/drawing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svg"/><Relationship Id="rId1" Type="http://schemas.openxmlformats.org/officeDocument/2006/relationships/image" Target="../media/image1.png"/><Relationship Id="rId6" Type="http://schemas.openxmlformats.org/officeDocument/2006/relationships/image" Target="../media/image6.svg"/><Relationship Id="rId5" Type="http://schemas.openxmlformats.org/officeDocument/2006/relationships/image" Target="../media/image5.png"/><Relationship Id="rId4" Type="http://schemas.openxmlformats.org/officeDocument/2006/relationships/image" Target="../media/image4.svg"/></Relationships>
</file>

<file path=ppt/diagrams/_rels/drawing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9.svg"/><Relationship Id="rId3" Type="http://schemas.openxmlformats.org/officeDocument/2006/relationships/image" Target="../media/image14.png"/><Relationship Id="rId7" Type="http://schemas.openxmlformats.org/officeDocument/2006/relationships/image" Target="../media/image18.png"/><Relationship Id="rId2" Type="http://schemas.openxmlformats.org/officeDocument/2006/relationships/image" Target="../media/image13.svg"/><Relationship Id="rId1" Type="http://schemas.openxmlformats.org/officeDocument/2006/relationships/image" Target="../media/image12.png"/><Relationship Id="rId6" Type="http://schemas.openxmlformats.org/officeDocument/2006/relationships/image" Target="../media/image17.svg"/><Relationship Id="rId5" Type="http://schemas.openxmlformats.org/officeDocument/2006/relationships/image" Target="../media/image16.png"/><Relationship Id="rId4" Type="http://schemas.openxmlformats.org/officeDocument/2006/relationships/image" Target="../media/image15.svg"/></Relationships>
</file>

<file path=ppt/diagrams/_rels/drawing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svg"/><Relationship Id="rId1" Type="http://schemas.openxmlformats.org/officeDocument/2006/relationships/image" Target="../media/image20.png"/><Relationship Id="rId6" Type="http://schemas.openxmlformats.org/officeDocument/2006/relationships/image" Target="../media/image25.svg"/><Relationship Id="rId5" Type="http://schemas.openxmlformats.org/officeDocument/2006/relationships/image" Target="../media/image24.png"/><Relationship Id="rId4" Type="http://schemas.openxmlformats.org/officeDocument/2006/relationships/image" Target="../media/image23.sv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18/5/colors/Iconchunking_coloredtext_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bg1"/>
    </dgm:fillClrLst>
    <dgm:linClrLst meth="repeat">
      <a:schemeClr val="lt1">
        <a:alpha val="0"/>
      </a:schemeClr>
    </dgm:linClrLst>
    <dgm:effectClrLst/>
    <dgm:txLinClrLst/>
    <dgm:txFillClrLst meth="repeat">
      <a:schemeClr val="dk1"/>
    </dgm:txFillClrLst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accent2">
        <a:alpha val="0"/>
      </a:schemeClr>
    </dgm:fillClrLst>
    <dgm:linClrLst meth="repeat">
      <a:schemeClr val="accent2">
        <a:alpha val="0"/>
      </a:schemeClr>
    </dgm:linClrLst>
    <dgm:effectClrLst/>
    <dgm:txLinClrLst/>
    <dgm:txFillClrLst meth="repeat">
      <a:schemeClr val="accent2"/>
      <a:schemeClr val="accent3"/>
      <a:schemeClr val="accent4"/>
      <a:schemeClr val="accent5"/>
      <a:schemeClr val="accent6"/>
    </dgm:txFillClrLst>
    <dgm:txEffectClrLst/>
  </dgm:styleLbl>
</dgm:colorsDef>
</file>

<file path=ppt/diagrams/colors4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5.xml><?xml version="1.0" encoding="utf-8"?>
<dgm:colorsDef xmlns:dgm="http://schemas.openxmlformats.org/drawingml/2006/diagram" xmlns:a="http://schemas.openxmlformats.org/drawingml/2006/main" uniqueId="urn:microsoft.com/office/officeart/2005/8/colors/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6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7.xml><?xml version="1.0" encoding="utf-8"?>
<dgm:colorsDef xmlns:dgm="http://schemas.openxmlformats.org/drawingml/2006/diagram" xmlns:a="http://schemas.openxmlformats.org/drawingml/2006/main" uniqueId="urn:microsoft.com/office/officeart/2018/5/colors/Iconchunking_coloredtext_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bg1"/>
    </dgm:fillClrLst>
    <dgm:linClrLst meth="repeat">
      <a:schemeClr val="lt1">
        <a:alpha val="0"/>
      </a:schemeClr>
    </dgm:linClrLst>
    <dgm:effectClrLst/>
    <dgm:txLinClrLst/>
    <dgm:txFillClrLst meth="repeat">
      <a:schemeClr val="dk1"/>
    </dgm:txFillClrLst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accent2">
        <a:alpha val="0"/>
      </a:schemeClr>
    </dgm:fillClrLst>
    <dgm:linClrLst meth="repeat">
      <a:schemeClr val="accent2">
        <a:alpha val="0"/>
      </a:schemeClr>
    </dgm:linClrLst>
    <dgm:effectClrLst/>
    <dgm:txLinClrLst/>
    <dgm:txFillClrLst meth="repeat">
      <a:schemeClr val="accent2"/>
      <a:schemeClr val="accent3"/>
      <a:schemeClr val="accent4"/>
      <a:schemeClr val="accent5"/>
      <a:schemeClr val="accent6"/>
    </dgm:txFillClrLst>
    <dgm:txEffectClrLst/>
  </dgm:styleLbl>
</dgm:colorsDef>
</file>

<file path=ppt/diagrams/colors8.xml><?xml version="1.0" encoding="utf-8"?>
<dgm:colorsDef xmlns:dgm="http://schemas.openxmlformats.org/drawingml/2006/diagram" xmlns:a="http://schemas.openxmlformats.org/drawingml/2006/main" uniqueId="urn:microsoft.com/office/officeart/2018/5/colors/Iconchunking_coloredtext_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bg1"/>
    </dgm:fillClrLst>
    <dgm:linClrLst meth="repeat">
      <a:schemeClr val="lt1">
        <a:alpha val="0"/>
      </a:schemeClr>
    </dgm:linClrLst>
    <dgm:effectClrLst/>
    <dgm:txLinClrLst/>
    <dgm:txFillClrLst meth="repeat">
      <a:schemeClr val="dk1"/>
    </dgm:txFillClrLst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accent2">
        <a:alpha val="0"/>
      </a:schemeClr>
    </dgm:fillClrLst>
    <dgm:linClrLst meth="repeat">
      <a:schemeClr val="accent2">
        <a:alpha val="0"/>
      </a:schemeClr>
    </dgm:linClrLst>
    <dgm:effectClrLst/>
    <dgm:txLinClrLst/>
    <dgm:txFillClrLst meth="repeat">
      <a:schemeClr val="accent2"/>
      <a:schemeClr val="accent3"/>
      <a:schemeClr val="accent4"/>
      <a:schemeClr val="accent5"/>
      <a:schemeClr val="accent6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E0215C75-6371-4F50-96A4-A56767E8950B}" type="doc">
      <dgm:prSet loTypeId="urn:microsoft.com/office/officeart/2005/8/layout/hierarchy2" loCatId="hierarchy" qsTypeId="urn:microsoft.com/office/officeart/2005/8/quickstyle/simple1" qsCatId="simple" csTypeId="urn:microsoft.com/office/officeart/2005/8/colors/colorful1" csCatId="colorful" phldr="1"/>
      <dgm:spPr/>
      <dgm:t>
        <a:bodyPr/>
        <a:lstStyle/>
        <a:p>
          <a:endParaRPr lang="en-US"/>
        </a:p>
      </dgm:t>
    </dgm:pt>
    <dgm:pt modelId="{997AA19A-8680-45FF-89E7-2263298754E5}">
      <dgm:prSet custT="1"/>
      <dgm:spPr/>
      <dgm:t>
        <a:bodyPr/>
        <a:lstStyle/>
        <a:p>
          <a:r>
            <a:rPr lang="en-US" sz="2000" b="0" dirty="0" err="1"/>
            <a:t>Ontologická</a:t>
          </a:r>
          <a:r>
            <a:rPr lang="en-US" sz="2000" b="0" dirty="0"/>
            <a:t> </a:t>
          </a:r>
          <a:r>
            <a:rPr lang="en-US" sz="2000" b="0" dirty="0" err="1"/>
            <a:t>náhoda</a:t>
          </a:r>
          <a:endParaRPr lang="en-US" sz="2000" dirty="0"/>
        </a:p>
      </dgm:t>
    </dgm:pt>
    <dgm:pt modelId="{8814BCDF-8D0E-49C9-ABE5-5889716C3A02}" type="parTrans" cxnId="{E1B20E0B-54D8-4787-AEB4-6F73688F9BE0}">
      <dgm:prSet/>
      <dgm:spPr/>
      <dgm:t>
        <a:bodyPr/>
        <a:lstStyle/>
        <a:p>
          <a:endParaRPr lang="en-US"/>
        </a:p>
      </dgm:t>
    </dgm:pt>
    <dgm:pt modelId="{C416EDE9-C7D4-48CF-9221-9975FB2237FA}" type="sibTrans" cxnId="{E1B20E0B-54D8-4787-AEB4-6F73688F9BE0}">
      <dgm:prSet/>
      <dgm:spPr/>
      <dgm:t>
        <a:bodyPr/>
        <a:lstStyle/>
        <a:p>
          <a:endParaRPr lang="en-US"/>
        </a:p>
      </dgm:t>
    </dgm:pt>
    <dgm:pt modelId="{55FE7D86-F2CC-432B-B7A6-AA1D2F75BDD0}">
      <dgm:prSet custT="1"/>
      <dgm:spPr/>
      <dgm:t>
        <a:bodyPr/>
        <a:lstStyle/>
        <a:p>
          <a:r>
            <a:rPr lang="en-US" sz="2000" b="0" dirty="0" err="1"/>
            <a:t>Epistomická</a:t>
          </a:r>
          <a:r>
            <a:rPr lang="en-US" sz="1000" b="0" dirty="0"/>
            <a:t> </a:t>
          </a:r>
          <a:r>
            <a:rPr lang="en-US" sz="2000" b="0" dirty="0" err="1"/>
            <a:t>náhoda</a:t>
          </a:r>
          <a:endParaRPr lang="en-US" sz="2000" dirty="0"/>
        </a:p>
      </dgm:t>
    </dgm:pt>
    <dgm:pt modelId="{9BE83F28-BC85-4212-BE75-43758603C8BF}" type="parTrans" cxnId="{D2004EB6-1DB2-4C44-970D-7A465E545028}">
      <dgm:prSet/>
      <dgm:spPr/>
      <dgm:t>
        <a:bodyPr/>
        <a:lstStyle/>
        <a:p>
          <a:endParaRPr lang="en-US"/>
        </a:p>
      </dgm:t>
    </dgm:pt>
    <dgm:pt modelId="{9FA46279-E12C-4F2B-85DC-FB70E63FF39F}" type="sibTrans" cxnId="{D2004EB6-1DB2-4C44-970D-7A465E545028}">
      <dgm:prSet/>
      <dgm:spPr/>
      <dgm:t>
        <a:bodyPr/>
        <a:lstStyle/>
        <a:p>
          <a:endParaRPr lang="en-US"/>
        </a:p>
      </dgm:t>
    </dgm:pt>
    <dgm:pt modelId="{60B46DAF-30A7-4A8E-BDDF-3B92FEFD4AD1}">
      <dgm:prSet custT="1"/>
      <dgm:spPr>
        <a:solidFill>
          <a:schemeClr val="accent2">
            <a:lumMod val="75000"/>
          </a:schemeClr>
        </a:solidFill>
      </dgm:spPr>
      <dgm:t>
        <a:bodyPr/>
        <a:lstStyle/>
        <a:p>
          <a:r>
            <a:rPr lang="en-US" sz="3200" b="0" dirty="0"/>
            <a:t>V IT:</a:t>
          </a:r>
          <a:endParaRPr lang="en-US" sz="3200" dirty="0"/>
        </a:p>
      </dgm:t>
    </dgm:pt>
    <dgm:pt modelId="{2A63EC22-84B4-430F-BCC1-1049F9679761}" type="parTrans" cxnId="{727ED891-C81C-43D2-AA7F-4BCD1183CFD2}">
      <dgm:prSet/>
      <dgm:spPr/>
      <dgm:t>
        <a:bodyPr/>
        <a:lstStyle/>
        <a:p>
          <a:endParaRPr lang="en-US"/>
        </a:p>
      </dgm:t>
    </dgm:pt>
    <dgm:pt modelId="{39C742BD-26F7-40C5-B869-F363D102DEBF}" type="sibTrans" cxnId="{727ED891-C81C-43D2-AA7F-4BCD1183CFD2}">
      <dgm:prSet/>
      <dgm:spPr/>
      <dgm:t>
        <a:bodyPr/>
        <a:lstStyle/>
        <a:p>
          <a:endParaRPr lang="en-US"/>
        </a:p>
      </dgm:t>
    </dgm:pt>
    <dgm:pt modelId="{2D39A1D9-3543-45E6-82BC-41228413D368}">
      <dgm:prSet/>
      <dgm:spPr>
        <a:solidFill>
          <a:srgbClr val="00B0F0"/>
        </a:solidFill>
      </dgm:spPr>
      <dgm:t>
        <a:bodyPr/>
        <a:lstStyle/>
        <a:p>
          <a:r>
            <a:rPr lang="en-US" b="0" dirty="0"/>
            <a:t>True Random Number Generator – </a:t>
          </a:r>
          <a:r>
            <a:rPr lang="en-US" b="0" dirty="0" err="1"/>
            <a:t>hardwarový</a:t>
          </a:r>
          <a:r>
            <a:rPr lang="en-US" b="0" dirty="0"/>
            <a:t> </a:t>
          </a:r>
          <a:r>
            <a:rPr lang="en-US" b="0" dirty="0" err="1"/>
            <a:t>šum</a:t>
          </a:r>
          <a:r>
            <a:rPr lang="en-US" b="0" dirty="0"/>
            <a:t>.</a:t>
          </a:r>
          <a:endParaRPr lang="en-US" dirty="0"/>
        </a:p>
      </dgm:t>
    </dgm:pt>
    <dgm:pt modelId="{360CC598-4219-4C3E-A313-BAFBDCF8C596}" type="parTrans" cxnId="{35B33A9F-4897-424B-AD6E-7B39E20212CA}">
      <dgm:prSet/>
      <dgm:spPr/>
      <dgm:t>
        <a:bodyPr/>
        <a:lstStyle/>
        <a:p>
          <a:endParaRPr lang="en-US"/>
        </a:p>
      </dgm:t>
    </dgm:pt>
    <dgm:pt modelId="{B628D01F-E71F-452C-B2E5-C1D02AB6623E}" type="sibTrans" cxnId="{35B33A9F-4897-424B-AD6E-7B39E20212CA}">
      <dgm:prSet/>
      <dgm:spPr/>
      <dgm:t>
        <a:bodyPr/>
        <a:lstStyle/>
        <a:p>
          <a:endParaRPr lang="en-US"/>
        </a:p>
      </dgm:t>
    </dgm:pt>
    <dgm:pt modelId="{6DB17720-1BDA-49DA-B1BD-BD60C763C014}">
      <dgm:prSet/>
      <dgm:spPr>
        <a:solidFill>
          <a:srgbClr val="00B0F0"/>
        </a:solidFill>
      </dgm:spPr>
      <dgm:t>
        <a:bodyPr/>
        <a:lstStyle/>
        <a:p>
          <a:r>
            <a:rPr lang="en-US" b="0" dirty="0"/>
            <a:t>Pseudo-Random Number Generator – </a:t>
          </a:r>
          <a:r>
            <a:rPr lang="en-US" b="0" dirty="0" err="1"/>
            <a:t>matematický</a:t>
          </a:r>
          <a:r>
            <a:rPr lang="en-US" b="0" dirty="0"/>
            <a:t> </a:t>
          </a:r>
          <a:r>
            <a:rPr lang="en-US" b="0" dirty="0" err="1"/>
            <a:t>výpočet</a:t>
          </a:r>
          <a:endParaRPr lang="en-US" dirty="0"/>
        </a:p>
      </dgm:t>
    </dgm:pt>
    <dgm:pt modelId="{ACC92E1B-BEB1-48DF-81EE-41F19662C09E}" type="parTrans" cxnId="{169CC09F-078C-42B5-BDA1-80ACDA2C3440}">
      <dgm:prSet/>
      <dgm:spPr/>
      <dgm:t>
        <a:bodyPr/>
        <a:lstStyle/>
        <a:p>
          <a:endParaRPr lang="en-US"/>
        </a:p>
      </dgm:t>
    </dgm:pt>
    <dgm:pt modelId="{BA0596F4-35BC-41DA-8A45-7259283502E9}" type="sibTrans" cxnId="{169CC09F-078C-42B5-BDA1-80ACDA2C3440}">
      <dgm:prSet/>
      <dgm:spPr/>
      <dgm:t>
        <a:bodyPr/>
        <a:lstStyle/>
        <a:p>
          <a:endParaRPr lang="en-US"/>
        </a:p>
      </dgm:t>
    </dgm:pt>
    <dgm:pt modelId="{FDEEFCCC-EBA4-45DC-98A7-C16A1FBDA08A}" type="pres">
      <dgm:prSet presAssocID="{E0215C75-6371-4F50-96A4-A56767E8950B}" presName="diagram" presStyleCnt="0">
        <dgm:presLayoutVars>
          <dgm:chPref val="1"/>
          <dgm:dir/>
          <dgm:animOne val="branch"/>
          <dgm:animLvl val="lvl"/>
          <dgm:resizeHandles val="exact"/>
        </dgm:presLayoutVars>
      </dgm:prSet>
      <dgm:spPr/>
    </dgm:pt>
    <dgm:pt modelId="{41B26A52-0A51-4818-A4EC-E2349EC2B7CF}" type="pres">
      <dgm:prSet presAssocID="{997AA19A-8680-45FF-89E7-2263298754E5}" presName="root1" presStyleCnt="0"/>
      <dgm:spPr/>
    </dgm:pt>
    <dgm:pt modelId="{B3129D1C-6ECA-449C-80F5-6A5BABADA62A}" type="pres">
      <dgm:prSet presAssocID="{997AA19A-8680-45FF-89E7-2263298754E5}" presName="LevelOneTextNode" presStyleLbl="node0" presStyleIdx="0" presStyleCnt="3" custScaleX="179221" custScaleY="162231" custLinFactX="-18465" custLinFactNeighborX="-100000" custLinFactNeighborY="5926">
        <dgm:presLayoutVars>
          <dgm:chPref val="3"/>
        </dgm:presLayoutVars>
      </dgm:prSet>
      <dgm:spPr/>
    </dgm:pt>
    <dgm:pt modelId="{4A5198B6-813F-4CE7-987D-7431B98DF3B4}" type="pres">
      <dgm:prSet presAssocID="{997AA19A-8680-45FF-89E7-2263298754E5}" presName="level2hierChild" presStyleCnt="0"/>
      <dgm:spPr/>
    </dgm:pt>
    <dgm:pt modelId="{E9C9F932-2C1A-40E0-83D5-6CAAD20E91EA}" type="pres">
      <dgm:prSet presAssocID="{55FE7D86-F2CC-432B-B7A6-AA1D2F75BDD0}" presName="root1" presStyleCnt="0"/>
      <dgm:spPr/>
    </dgm:pt>
    <dgm:pt modelId="{554C3CDD-1CA4-4E19-8924-1A98435FC903}" type="pres">
      <dgm:prSet presAssocID="{55FE7D86-F2CC-432B-B7A6-AA1D2F75BDD0}" presName="LevelOneTextNode" presStyleLbl="node0" presStyleIdx="1" presStyleCnt="3" custScaleX="180546" custScaleY="150625" custLinFactX="173031" custLinFactY="-65569" custLinFactNeighborX="200000" custLinFactNeighborY="-100000">
        <dgm:presLayoutVars>
          <dgm:chPref val="3"/>
        </dgm:presLayoutVars>
      </dgm:prSet>
      <dgm:spPr/>
    </dgm:pt>
    <dgm:pt modelId="{0191E01B-891B-4F1C-B685-6DBD1092EDA4}" type="pres">
      <dgm:prSet presAssocID="{55FE7D86-F2CC-432B-B7A6-AA1D2F75BDD0}" presName="level2hierChild" presStyleCnt="0"/>
      <dgm:spPr/>
    </dgm:pt>
    <dgm:pt modelId="{F2EE71A7-CF41-4D03-B74C-8DCE3FBD59DD}" type="pres">
      <dgm:prSet presAssocID="{60B46DAF-30A7-4A8E-BDDF-3B92FEFD4AD1}" presName="root1" presStyleCnt="0"/>
      <dgm:spPr/>
    </dgm:pt>
    <dgm:pt modelId="{C2FF3972-8D5C-421C-9414-2225DD14895B}" type="pres">
      <dgm:prSet presAssocID="{60B46DAF-30A7-4A8E-BDDF-3B92FEFD4AD1}" presName="LevelOneTextNode" presStyleLbl="node0" presStyleIdx="2" presStyleCnt="3" custScaleX="127889" custScaleY="222710" custLinFactX="56323" custLinFactY="-100000" custLinFactNeighborX="100000" custLinFactNeighborY="-109066">
        <dgm:presLayoutVars>
          <dgm:chPref val="3"/>
        </dgm:presLayoutVars>
      </dgm:prSet>
      <dgm:spPr/>
    </dgm:pt>
    <dgm:pt modelId="{E17385B7-ED2C-4A83-9736-B04603EEB573}" type="pres">
      <dgm:prSet presAssocID="{60B46DAF-30A7-4A8E-BDDF-3B92FEFD4AD1}" presName="level2hierChild" presStyleCnt="0"/>
      <dgm:spPr/>
    </dgm:pt>
    <dgm:pt modelId="{F6087B3C-E093-4FFE-A1D8-C39886AB44BF}" type="pres">
      <dgm:prSet presAssocID="{360CC598-4219-4C3E-A313-BAFBDCF8C596}" presName="conn2-1" presStyleLbl="parChTrans1D2" presStyleIdx="0" presStyleCnt="2"/>
      <dgm:spPr/>
    </dgm:pt>
    <dgm:pt modelId="{7F95C70B-80ED-493D-AC6B-F9780F2A2BB3}" type="pres">
      <dgm:prSet presAssocID="{360CC598-4219-4C3E-A313-BAFBDCF8C596}" presName="connTx" presStyleLbl="parChTrans1D2" presStyleIdx="0" presStyleCnt="2"/>
      <dgm:spPr/>
    </dgm:pt>
    <dgm:pt modelId="{5629C6E3-1674-482F-9F1A-4ED498BFFC1C}" type="pres">
      <dgm:prSet presAssocID="{2D39A1D9-3543-45E6-82BC-41228413D368}" presName="root2" presStyleCnt="0"/>
      <dgm:spPr/>
    </dgm:pt>
    <dgm:pt modelId="{488B9024-6E9B-4A4C-BB96-6231D1406959}" type="pres">
      <dgm:prSet presAssocID="{2D39A1D9-3543-45E6-82BC-41228413D368}" presName="LevelTwoTextNode" presStyleLbl="node2" presStyleIdx="0" presStyleCnt="2" custScaleX="235900" custScaleY="211268" custLinFactX="-121155" custLinFactY="100000" custLinFactNeighborX="-200000" custLinFactNeighborY="109450">
        <dgm:presLayoutVars>
          <dgm:chPref val="3"/>
        </dgm:presLayoutVars>
      </dgm:prSet>
      <dgm:spPr/>
    </dgm:pt>
    <dgm:pt modelId="{8C95B425-28E7-42E5-B60C-E08B622320A5}" type="pres">
      <dgm:prSet presAssocID="{2D39A1D9-3543-45E6-82BC-41228413D368}" presName="level3hierChild" presStyleCnt="0"/>
      <dgm:spPr/>
    </dgm:pt>
    <dgm:pt modelId="{BA0EE43E-A8A8-47D9-8C8E-50B63A5B41A9}" type="pres">
      <dgm:prSet presAssocID="{ACC92E1B-BEB1-48DF-81EE-41F19662C09E}" presName="conn2-1" presStyleLbl="parChTrans1D2" presStyleIdx="1" presStyleCnt="2"/>
      <dgm:spPr/>
    </dgm:pt>
    <dgm:pt modelId="{3CCDACED-99A2-4D46-8873-64DC8EC944F4}" type="pres">
      <dgm:prSet presAssocID="{ACC92E1B-BEB1-48DF-81EE-41F19662C09E}" presName="connTx" presStyleLbl="parChTrans1D2" presStyleIdx="1" presStyleCnt="2"/>
      <dgm:spPr/>
    </dgm:pt>
    <dgm:pt modelId="{D97A0DE7-B68D-4E8C-911F-A16A95825D91}" type="pres">
      <dgm:prSet presAssocID="{6DB17720-1BDA-49DA-B1BD-BD60C763C014}" presName="root2" presStyleCnt="0"/>
      <dgm:spPr/>
    </dgm:pt>
    <dgm:pt modelId="{164683A1-DD7F-498C-A5E3-EABD8E904DAE}" type="pres">
      <dgm:prSet presAssocID="{6DB17720-1BDA-49DA-B1BD-BD60C763C014}" presName="LevelTwoTextNode" presStyleLbl="node2" presStyleIdx="1" presStyleCnt="2" custScaleX="249331" custScaleY="221730" custLinFactX="52759" custLinFactNeighborX="100000" custLinFactNeighborY="-27441">
        <dgm:presLayoutVars>
          <dgm:chPref val="3"/>
        </dgm:presLayoutVars>
      </dgm:prSet>
      <dgm:spPr/>
    </dgm:pt>
    <dgm:pt modelId="{C240F602-19D5-484B-807D-24A19EA2134A}" type="pres">
      <dgm:prSet presAssocID="{6DB17720-1BDA-49DA-B1BD-BD60C763C014}" presName="level3hierChild" presStyleCnt="0"/>
      <dgm:spPr/>
    </dgm:pt>
  </dgm:ptLst>
  <dgm:cxnLst>
    <dgm:cxn modelId="{E1B20E0B-54D8-4787-AEB4-6F73688F9BE0}" srcId="{E0215C75-6371-4F50-96A4-A56767E8950B}" destId="{997AA19A-8680-45FF-89E7-2263298754E5}" srcOrd="0" destOrd="0" parTransId="{8814BCDF-8D0E-49C9-ABE5-5889716C3A02}" sibTransId="{C416EDE9-C7D4-48CF-9221-9975FB2237FA}"/>
    <dgm:cxn modelId="{70198812-00C4-4F2D-B2A0-0A2D53F2975F}" type="presOf" srcId="{60B46DAF-30A7-4A8E-BDDF-3B92FEFD4AD1}" destId="{C2FF3972-8D5C-421C-9414-2225DD14895B}" srcOrd="0" destOrd="0" presId="urn:microsoft.com/office/officeart/2005/8/layout/hierarchy2"/>
    <dgm:cxn modelId="{7421671A-9748-447F-8775-82F4E06376BA}" type="presOf" srcId="{2D39A1D9-3543-45E6-82BC-41228413D368}" destId="{488B9024-6E9B-4A4C-BB96-6231D1406959}" srcOrd="0" destOrd="0" presId="urn:microsoft.com/office/officeart/2005/8/layout/hierarchy2"/>
    <dgm:cxn modelId="{749A8F31-74B8-4EA1-9F18-7BCF8D563BA7}" type="presOf" srcId="{360CC598-4219-4C3E-A313-BAFBDCF8C596}" destId="{7F95C70B-80ED-493D-AC6B-F9780F2A2BB3}" srcOrd="1" destOrd="0" presId="urn:microsoft.com/office/officeart/2005/8/layout/hierarchy2"/>
    <dgm:cxn modelId="{5C2EE63D-2CAA-4F09-9FA7-39AA9457057C}" type="presOf" srcId="{E0215C75-6371-4F50-96A4-A56767E8950B}" destId="{FDEEFCCC-EBA4-45DC-98A7-C16A1FBDA08A}" srcOrd="0" destOrd="0" presId="urn:microsoft.com/office/officeart/2005/8/layout/hierarchy2"/>
    <dgm:cxn modelId="{07C78F74-9F96-4036-B53C-7548625C0E30}" type="presOf" srcId="{997AA19A-8680-45FF-89E7-2263298754E5}" destId="{B3129D1C-6ECA-449C-80F5-6A5BABADA62A}" srcOrd="0" destOrd="0" presId="urn:microsoft.com/office/officeart/2005/8/layout/hierarchy2"/>
    <dgm:cxn modelId="{1719A88D-301B-4FFD-8E72-4DFE74867548}" type="presOf" srcId="{ACC92E1B-BEB1-48DF-81EE-41F19662C09E}" destId="{BA0EE43E-A8A8-47D9-8C8E-50B63A5B41A9}" srcOrd="0" destOrd="0" presId="urn:microsoft.com/office/officeart/2005/8/layout/hierarchy2"/>
    <dgm:cxn modelId="{727ED891-C81C-43D2-AA7F-4BCD1183CFD2}" srcId="{E0215C75-6371-4F50-96A4-A56767E8950B}" destId="{60B46DAF-30A7-4A8E-BDDF-3B92FEFD4AD1}" srcOrd="2" destOrd="0" parTransId="{2A63EC22-84B4-430F-BCC1-1049F9679761}" sibTransId="{39C742BD-26F7-40C5-B869-F363D102DEBF}"/>
    <dgm:cxn modelId="{35B33A9F-4897-424B-AD6E-7B39E20212CA}" srcId="{60B46DAF-30A7-4A8E-BDDF-3B92FEFD4AD1}" destId="{2D39A1D9-3543-45E6-82BC-41228413D368}" srcOrd="0" destOrd="0" parTransId="{360CC598-4219-4C3E-A313-BAFBDCF8C596}" sibTransId="{B628D01F-E71F-452C-B2E5-C1D02AB6623E}"/>
    <dgm:cxn modelId="{169CC09F-078C-42B5-BDA1-80ACDA2C3440}" srcId="{60B46DAF-30A7-4A8E-BDDF-3B92FEFD4AD1}" destId="{6DB17720-1BDA-49DA-B1BD-BD60C763C014}" srcOrd="1" destOrd="0" parTransId="{ACC92E1B-BEB1-48DF-81EE-41F19662C09E}" sibTransId="{BA0596F4-35BC-41DA-8A45-7259283502E9}"/>
    <dgm:cxn modelId="{EA5967B6-003C-47C9-A26C-39B00900D3EC}" type="presOf" srcId="{360CC598-4219-4C3E-A313-BAFBDCF8C596}" destId="{F6087B3C-E093-4FFE-A1D8-C39886AB44BF}" srcOrd="0" destOrd="0" presId="urn:microsoft.com/office/officeart/2005/8/layout/hierarchy2"/>
    <dgm:cxn modelId="{D2004EB6-1DB2-4C44-970D-7A465E545028}" srcId="{E0215C75-6371-4F50-96A4-A56767E8950B}" destId="{55FE7D86-F2CC-432B-B7A6-AA1D2F75BDD0}" srcOrd="1" destOrd="0" parTransId="{9BE83F28-BC85-4212-BE75-43758603C8BF}" sibTransId="{9FA46279-E12C-4F2B-85DC-FB70E63FF39F}"/>
    <dgm:cxn modelId="{1EA591C7-EA13-4A46-BE57-3C03FAE1E5B7}" type="presOf" srcId="{ACC92E1B-BEB1-48DF-81EE-41F19662C09E}" destId="{3CCDACED-99A2-4D46-8873-64DC8EC944F4}" srcOrd="1" destOrd="0" presId="urn:microsoft.com/office/officeart/2005/8/layout/hierarchy2"/>
    <dgm:cxn modelId="{841414CC-FCAD-405C-8D75-FF3C1ACAC308}" type="presOf" srcId="{6DB17720-1BDA-49DA-B1BD-BD60C763C014}" destId="{164683A1-DD7F-498C-A5E3-EABD8E904DAE}" srcOrd="0" destOrd="0" presId="urn:microsoft.com/office/officeart/2005/8/layout/hierarchy2"/>
    <dgm:cxn modelId="{E9EBD6F1-DB3E-40F1-BE5D-6751D0BC1976}" type="presOf" srcId="{55FE7D86-F2CC-432B-B7A6-AA1D2F75BDD0}" destId="{554C3CDD-1CA4-4E19-8924-1A98435FC903}" srcOrd="0" destOrd="0" presId="urn:microsoft.com/office/officeart/2005/8/layout/hierarchy2"/>
    <dgm:cxn modelId="{A16C3AD0-F20B-4E5E-958C-E1BEFAA3BF8C}" type="presParOf" srcId="{FDEEFCCC-EBA4-45DC-98A7-C16A1FBDA08A}" destId="{41B26A52-0A51-4818-A4EC-E2349EC2B7CF}" srcOrd="0" destOrd="0" presId="urn:microsoft.com/office/officeart/2005/8/layout/hierarchy2"/>
    <dgm:cxn modelId="{BBCF18B8-F53E-4B25-A1A1-69480E1D5892}" type="presParOf" srcId="{41B26A52-0A51-4818-A4EC-E2349EC2B7CF}" destId="{B3129D1C-6ECA-449C-80F5-6A5BABADA62A}" srcOrd="0" destOrd="0" presId="urn:microsoft.com/office/officeart/2005/8/layout/hierarchy2"/>
    <dgm:cxn modelId="{24132544-5408-4EDE-98D9-704C91DD5BDC}" type="presParOf" srcId="{41B26A52-0A51-4818-A4EC-E2349EC2B7CF}" destId="{4A5198B6-813F-4CE7-987D-7431B98DF3B4}" srcOrd="1" destOrd="0" presId="urn:microsoft.com/office/officeart/2005/8/layout/hierarchy2"/>
    <dgm:cxn modelId="{3B82AD17-74DE-4FE8-8CE9-FBAB52C0CBCD}" type="presParOf" srcId="{FDEEFCCC-EBA4-45DC-98A7-C16A1FBDA08A}" destId="{E9C9F932-2C1A-40E0-83D5-6CAAD20E91EA}" srcOrd="1" destOrd="0" presId="urn:microsoft.com/office/officeart/2005/8/layout/hierarchy2"/>
    <dgm:cxn modelId="{535D4964-1D54-4F46-B6E8-96B4940400B8}" type="presParOf" srcId="{E9C9F932-2C1A-40E0-83D5-6CAAD20E91EA}" destId="{554C3CDD-1CA4-4E19-8924-1A98435FC903}" srcOrd="0" destOrd="0" presId="urn:microsoft.com/office/officeart/2005/8/layout/hierarchy2"/>
    <dgm:cxn modelId="{202663E2-653B-44D4-B64E-8A73E77DC6C5}" type="presParOf" srcId="{E9C9F932-2C1A-40E0-83D5-6CAAD20E91EA}" destId="{0191E01B-891B-4F1C-B685-6DBD1092EDA4}" srcOrd="1" destOrd="0" presId="urn:microsoft.com/office/officeart/2005/8/layout/hierarchy2"/>
    <dgm:cxn modelId="{D104FA9D-7E25-45F4-9FE3-49C467DE66AD}" type="presParOf" srcId="{FDEEFCCC-EBA4-45DC-98A7-C16A1FBDA08A}" destId="{F2EE71A7-CF41-4D03-B74C-8DCE3FBD59DD}" srcOrd="2" destOrd="0" presId="urn:microsoft.com/office/officeart/2005/8/layout/hierarchy2"/>
    <dgm:cxn modelId="{F47B1AB5-BD72-438B-A940-CD25E2F9DACD}" type="presParOf" srcId="{F2EE71A7-CF41-4D03-B74C-8DCE3FBD59DD}" destId="{C2FF3972-8D5C-421C-9414-2225DD14895B}" srcOrd="0" destOrd="0" presId="urn:microsoft.com/office/officeart/2005/8/layout/hierarchy2"/>
    <dgm:cxn modelId="{FCF417A8-2D49-4558-A11A-FCA25C25297A}" type="presParOf" srcId="{F2EE71A7-CF41-4D03-B74C-8DCE3FBD59DD}" destId="{E17385B7-ED2C-4A83-9736-B04603EEB573}" srcOrd="1" destOrd="0" presId="urn:microsoft.com/office/officeart/2005/8/layout/hierarchy2"/>
    <dgm:cxn modelId="{06CA0184-1826-46ED-8A10-F6047A44E1C3}" type="presParOf" srcId="{E17385B7-ED2C-4A83-9736-B04603EEB573}" destId="{F6087B3C-E093-4FFE-A1D8-C39886AB44BF}" srcOrd="0" destOrd="0" presId="urn:microsoft.com/office/officeart/2005/8/layout/hierarchy2"/>
    <dgm:cxn modelId="{17DB21CF-0D54-4F3A-884D-B936F97B80BF}" type="presParOf" srcId="{F6087B3C-E093-4FFE-A1D8-C39886AB44BF}" destId="{7F95C70B-80ED-493D-AC6B-F9780F2A2BB3}" srcOrd="0" destOrd="0" presId="urn:microsoft.com/office/officeart/2005/8/layout/hierarchy2"/>
    <dgm:cxn modelId="{DEFB6498-4757-4E61-906F-1337D158F62D}" type="presParOf" srcId="{E17385B7-ED2C-4A83-9736-B04603EEB573}" destId="{5629C6E3-1674-482F-9F1A-4ED498BFFC1C}" srcOrd="1" destOrd="0" presId="urn:microsoft.com/office/officeart/2005/8/layout/hierarchy2"/>
    <dgm:cxn modelId="{330B11FF-719F-4CD2-9395-12BF6F5391FA}" type="presParOf" srcId="{5629C6E3-1674-482F-9F1A-4ED498BFFC1C}" destId="{488B9024-6E9B-4A4C-BB96-6231D1406959}" srcOrd="0" destOrd="0" presId="urn:microsoft.com/office/officeart/2005/8/layout/hierarchy2"/>
    <dgm:cxn modelId="{36F1942C-B04B-4CBE-9CC6-4BB8A27AF399}" type="presParOf" srcId="{5629C6E3-1674-482F-9F1A-4ED498BFFC1C}" destId="{8C95B425-28E7-42E5-B60C-E08B622320A5}" srcOrd="1" destOrd="0" presId="urn:microsoft.com/office/officeart/2005/8/layout/hierarchy2"/>
    <dgm:cxn modelId="{BE460908-0B36-4BA6-A366-7DDFDFB843F2}" type="presParOf" srcId="{E17385B7-ED2C-4A83-9736-B04603EEB573}" destId="{BA0EE43E-A8A8-47D9-8C8E-50B63A5B41A9}" srcOrd="2" destOrd="0" presId="urn:microsoft.com/office/officeart/2005/8/layout/hierarchy2"/>
    <dgm:cxn modelId="{453B1848-A6D7-48FA-B6B3-CA80C4ED7A5A}" type="presParOf" srcId="{BA0EE43E-A8A8-47D9-8C8E-50B63A5B41A9}" destId="{3CCDACED-99A2-4D46-8873-64DC8EC944F4}" srcOrd="0" destOrd="0" presId="urn:microsoft.com/office/officeart/2005/8/layout/hierarchy2"/>
    <dgm:cxn modelId="{6C11474F-1604-40AF-914B-1766F4B44B97}" type="presParOf" srcId="{E17385B7-ED2C-4A83-9736-B04603EEB573}" destId="{D97A0DE7-B68D-4E8C-911F-A16A95825D91}" srcOrd="3" destOrd="0" presId="urn:microsoft.com/office/officeart/2005/8/layout/hierarchy2"/>
    <dgm:cxn modelId="{4DBB2A86-8134-49A4-ACDB-40807F0F0DCC}" type="presParOf" srcId="{D97A0DE7-B68D-4E8C-911F-A16A95825D91}" destId="{164683A1-DD7F-498C-A5E3-EABD8E904DAE}" srcOrd="0" destOrd="0" presId="urn:microsoft.com/office/officeart/2005/8/layout/hierarchy2"/>
    <dgm:cxn modelId="{35831369-935E-47CD-BC1F-56498FA34D78}" type="presParOf" srcId="{D97A0DE7-B68D-4E8C-911F-A16A95825D91}" destId="{C240F602-19D5-484B-807D-24A19EA2134A}" srcOrd="1" destOrd="0" presId="urn:microsoft.com/office/officeart/2005/8/layout/hierarchy2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E348E560-4652-4AB2-AB77-BD2D26943C78}" type="doc">
      <dgm:prSet loTypeId="urn:microsoft.com/office/officeart/2005/8/layout/list1" loCatId="list" qsTypeId="urn:microsoft.com/office/officeart/2005/8/quickstyle/simple1" qsCatId="simple" csTypeId="urn:microsoft.com/office/officeart/2005/8/colors/colorful2" csCatId="colorful"/>
      <dgm:spPr/>
      <dgm:t>
        <a:bodyPr/>
        <a:lstStyle/>
        <a:p>
          <a:endParaRPr lang="en-US"/>
        </a:p>
      </dgm:t>
    </dgm:pt>
    <dgm:pt modelId="{2D2B778F-B0AD-4CF9-871D-38D3A4E0D0B3}">
      <dgm:prSet/>
      <dgm:spPr/>
      <dgm:t>
        <a:bodyPr/>
        <a:lstStyle/>
        <a:p>
          <a:r>
            <a:rPr lang="en-US" b="0"/>
            <a:t>Vlastnosti :</a:t>
          </a:r>
          <a:endParaRPr lang="en-US"/>
        </a:p>
      </dgm:t>
    </dgm:pt>
    <dgm:pt modelId="{EC5037C9-7C3B-4FA4-AA5A-7BCD4FF04FA2}" type="parTrans" cxnId="{EC566931-8A50-4750-9F68-0547A0812C73}">
      <dgm:prSet/>
      <dgm:spPr/>
      <dgm:t>
        <a:bodyPr/>
        <a:lstStyle/>
        <a:p>
          <a:endParaRPr lang="en-US"/>
        </a:p>
      </dgm:t>
    </dgm:pt>
    <dgm:pt modelId="{2059BBA1-6B08-4B96-AC42-5E31D5D44ECB}" type="sibTrans" cxnId="{EC566931-8A50-4750-9F68-0547A0812C73}">
      <dgm:prSet/>
      <dgm:spPr/>
      <dgm:t>
        <a:bodyPr/>
        <a:lstStyle/>
        <a:p>
          <a:endParaRPr lang="en-US"/>
        </a:p>
      </dgm:t>
    </dgm:pt>
    <dgm:pt modelId="{AC34C26F-78E4-4958-87F8-A551B86727C2}">
      <dgm:prSet/>
      <dgm:spPr/>
      <dgm:t>
        <a:bodyPr/>
        <a:lstStyle/>
        <a:p>
          <a:r>
            <a:rPr lang="en-US" b="1"/>
            <a:t>Periodicita</a:t>
          </a:r>
          <a:r>
            <a:rPr lang="en-US" b="0"/>
            <a:t>: řada generovaných čísel se opakuje</a:t>
          </a:r>
          <a:endParaRPr lang="en-US"/>
        </a:p>
      </dgm:t>
    </dgm:pt>
    <dgm:pt modelId="{367B44BE-DC61-4746-816E-DA1BF0F6C3CC}" type="parTrans" cxnId="{EEC2FA5E-32FD-4BFF-9178-478B878A768C}">
      <dgm:prSet/>
      <dgm:spPr/>
      <dgm:t>
        <a:bodyPr/>
        <a:lstStyle/>
        <a:p>
          <a:endParaRPr lang="en-US"/>
        </a:p>
      </dgm:t>
    </dgm:pt>
    <dgm:pt modelId="{F46DA694-6A9A-4508-8F8E-25CA049CA96D}" type="sibTrans" cxnId="{EEC2FA5E-32FD-4BFF-9178-478B878A768C}">
      <dgm:prSet/>
      <dgm:spPr/>
      <dgm:t>
        <a:bodyPr/>
        <a:lstStyle/>
        <a:p>
          <a:endParaRPr lang="en-US"/>
        </a:p>
      </dgm:t>
    </dgm:pt>
    <dgm:pt modelId="{19E7EB5B-D571-4ACB-91CC-206C25D6CF45}">
      <dgm:prSet/>
      <dgm:spPr/>
      <dgm:t>
        <a:bodyPr/>
        <a:lstStyle/>
        <a:p>
          <a:r>
            <a:rPr lang="en-US" b="1"/>
            <a:t>Efektivita</a:t>
          </a:r>
          <a:r>
            <a:rPr lang="en-US" b="0"/>
            <a:t>: rychlost výpočtu</a:t>
          </a:r>
          <a:endParaRPr lang="en-US"/>
        </a:p>
      </dgm:t>
    </dgm:pt>
    <dgm:pt modelId="{40D4B737-1F67-4FB9-866F-DF770EB51D68}" type="parTrans" cxnId="{F142A116-607D-4408-8752-E5ED02F4B56D}">
      <dgm:prSet/>
      <dgm:spPr/>
      <dgm:t>
        <a:bodyPr/>
        <a:lstStyle/>
        <a:p>
          <a:endParaRPr lang="en-US"/>
        </a:p>
      </dgm:t>
    </dgm:pt>
    <dgm:pt modelId="{531C0449-2882-47EA-A600-6B0E86B871B3}" type="sibTrans" cxnId="{F142A116-607D-4408-8752-E5ED02F4B56D}">
      <dgm:prSet/>
      <dgm:spPr/>
      <dgm:t>
        <a:bodyPr/>
        <a:lstStyle/>
        <a:p>
          <a:endParaRPr lang="en-US"/>
        </a:p>
      </dgm:t>
    </dgm:pt>
    <dgm:pt modelId="{0CC4A5D0-361B-4D80-8A8F-82C4ED574466}">
      <dgm:prSet/>
      <dgm:spPr/>
      <dgm:t>
        <a:bodyPr/>
        <a:lstStyle/>
        <a:p>
          <a:r>
            <a:rPr lang="en-US" b="0" dirty="0" err="1"/>
            <a:t>Náhoda</a:t>
          </a:r>
          <a:r>
            <a:rPr lang="en-US" b="0" dirty="0"/>
            <a:t> je </a:t>
          </a:r>
          <a:r>
            <a:rPr lang="en-US" b="0" dirty="0" err="1"/>
            <a:t>jen</a:t>
          </a:r>
          <a:r>
            <a:rPr lang="en-US" b="0" dirty="0"/>
            <a:t> </a:t>
          </a:r>
          <a:r>
            <a:rPr lang="en-US" b="0" dirty="0" err="1"/>
            <a:t>řada</a:t>
          </a:r>
          <a:r>
            <a:rPr lang="en-US" b="0" dirty="0"/>
            <a:t> </a:t>
          </a:r>
          <a:r>
            <a:rPr lang="en-US" b="0" dirty="0" err="1"/>
            <a:t>čísel</a:t>
          </a:r>
          <a:r>
            <a:rPr lang="en-US" b="0" dirty="0"/>
            <a:t>, </a:t>
          </a:r>
          <a:r>
            <a:rPr lang="en-US" b="0" dirty="0" err="1"/>
            <a:t>jejíž</a:t>
          </a:r>
          <a:r>
            <a:rPr lang="en-US" b="0" dirty="0"/>
            <a:t> </a:t>
          </a:r>
          <a:r>
            <a:rPr lang="en-US" b="0" dirty="0" err="1"/>
            <a:t>pravidlo</a:t>
          </a:r>
          <a:r>
            <a:rPr lang="en-US" b="0" dirty="0"/>
            <a:t> </a:t>
          </a:r>
          <a:r>
            <a:rPr lang="en-US" b="0" dirty="0" err="1"/>
            <a:t>neznáme</a:t>
          </a:r>
          <a:endParaRPr lang="en-US" dirty="0"/>
        </a:p>
      </dgm:t>
    </dgm:pt>
    <dgm:pt modelId="{754F0EF4-E40E-4421-8735-C4B299C7B93D}" type="parTrans" cxnId="{31A64EE5-403D-43DE-8B77-538C6C555448}">
      <dgm:prSet/>
      <dgm:spPr/>
      <dgm:t>
        <a:bodyPr/>
        <a:lstStyle/>
        <a:p>
          <a:endParaRPr lang="en-US"/>
        </a:p>
      </dgm:t>
    </dgm:pt>
    <dgm:pt modelId="{EFC394B2-F48F-41A9-A50C-1CC6D1FDB846}" type="sibTrans" cxnId="{31A64EE5-403D-43DE-8B77-538C6C555448}">
      <dgm:prSet/>
      <dgm:spPr/>
      <dgm:t>
        <a:bodyPr/>
        <a:lstStyle/>
        <a:p>
          <a:endParaRPr lang="en-US"/>
        </a:p>
      </dgm:t>
    </dgm:pt>
    <dgm:pt modelId="{BB428B8B-8391-42F0-B9D7-96637D01C95E}" type="pres">
      <dgm:prSet presAssocID="{E348E560-4652-4AB2-AB77-BD2D26943C78}" presName="linear" presStyleCnt="0">
        <dgm:presLayoutVars>
          <dgm:dir/>
          <dgm:animLvl val="lvl"/>
          <dgm:resizeHandles val="exact"/>
        </dgm:presLayoutVars>
      </dgm:prSet>
      <dgm:spPr/>
    </dgm:pt>
    <dgm:pt modelId="{988AC86B-85D2-4987-B055-03E515AD760F}" type="pres">
      <dgm:prSet presAssocID="{2D2B778F-B0AD-4CF9-871D-38D3A4E0D0B3}" presName="parentLin" presStyleCnt="0"/>
      <dgm:spPr/>
    </dgm:pt>
    <dgm:pt modelId="{4ECA1E21-249F-4631-9774-AFAD9BE35B10}" type="pres">
      <dgm:prSet presAssocID="{2D2B778F-B0AD-4CF9-871D-38D3A4E0D0B3}" presName="parentLeftMargin" presStyleLbl="node1" presStyleIdx="0" presStyleCnt="2"/>
      <dgm:spPr/>
    </dgm:pt>
    <dgm:pt modelId="{E6506286-F065-4668-B3B7-CF7BC9630185}" type="pres">
      <dgm:prSet presAssocID="{2D2B778F-B0AD-4CF9-871D-38D3A4E0D0B3}" presName="parentText" presStyleLbl="node1" presStyleIdx="0" presStyleCnt="2">
        <dgm:presLayoutVars>
          <dgm:chMax val="0"/>
          <dgm:bulletEnabled val="1"/>
        </dgm:presLayoutVars>
      </dgm:prSet>
      <dgm:spPr/>
    </dgm:pt>
    <dgm:pt modelId="{A888D990-96DF-4474-BFEE-F45E533E31CC}" type="pres">
      <dgm:prSet presAssocID="{2D2B778F-B0AD-4CF9-871D-38D3A4E0D0B3}" presName="negativeSpace" presStyleCnt="0"/>
      <dgm:spPr/>
    </dgm:pt>
    <dgm:pt modelId="{8B8BA583-D036-44C7-9EFF-7E382006F8EB}" type="pres">
      <dgm:prSet presAssocID="{2D2B778F-B0AD-4CF9-871D-38D3A4E0D0B3}" presName="childText" presStyleLbl="conFgAcc1" presStyleIdx="0" presStyleCnt="2">
        <dgm:presLayoutVars>
          <dgm:bulletEnabled val="1"/>
        </dgm:presLayoutVars>
      </dgm:prSet>
      <dgm:spPr/>
    </dgm:pt>
    <dgm:pt modelId="{17EB7892-9819-492A-B253-D2A9AB98CBF6}" type="pres">
      <dgm:prSet presAssocID="{2059BBA1-6B08-4B96-AC42-5E31D5D44ECB}" presName="spaceBetweenRectangles" presStyleCnt="0"/>
      <dgm:spPr/>
    </dgm:pt>
    <dgm:pt modelId="{2EE6E727-E5A4-4ED7-9400-AF271250401D}" type="pres">
      <dgm:prSet presAssocID="{0CC4A5D0-361B-4D80-8A8F-82C4ED574466}" presName="parentLin" presStyleCnt="0"/>
      <dgm:spPr/>
    </dgm:pt>
    <dgm:pt modelId="{A2AF7BA2-7D54-4992-AC68-6C932D786E60}" type="pres">
      <dgm:prSet presAssocID="{0CC4A5D0-361B-4D80-8A8F-82C4ED574466}" presName="parentLeftMargin" presStyleLbl="node1" presStyleIdx="0" presStyleCnt="2"/>
      <dgm:spPr/>
    </dgm:pt>
    <dgm:pt modelId="{C266B18F-614A-4243-AFE2-143BDE157381}" type="pres">
      <dgm:prSet presAssocID="{0CC4A5D0-361B-4D80-8A8F-82C4ED574466}" presName="parentText" presStyleLbl="node1" presStyleIdx="1" presStyleCnt="2">
        <dgm:presLayoutVars>
          <dgm:chMax val="0"/>
          <dgm:bulletEnabled val="1"/>
        </dgm:presLayoutVars>
      </dgm:prSet>
      <dgm:spPr/>
    </dgm:pt>
    <dgm:pt modelId="{BB6B5650-3987-4EB1-A27D-143F7A0C4131}" type="pres">
      <dgm:prSet presAssocID="{0CC4A5D0-361B-4D80-8A8F-82C4ED574466}" presName="negativeSpace" presStyleCnt="0"/>
      <dgm:spPr/>
    </dgm:pt>
    <dgm:pt modelId="{EB54E0E6-3F9C-4636-9EBE-E33802188B21}" type="pres">
      <dgm:prSet presAssocID="{0CC4A5D0-361B-4D80-8A8F-82C4ED574466}" presName="childText" presStyleLbl="conFgAcc1" presStyleIdx="1" presStyleCnt="2">
        <dgm:presLayoutVars>
          <dgm:bulletEnabled val="1"/>
        </dgm:presLayoutVars>
      </dgm:prSet>
      <dgm:spPr/>
    </dgm:pt>
  </dgm:ptLst>
  <dgm:cxnLst>
    <dgm:cxn modelId="{F142A116-607D-4408-8752-E5ED02F4B56D}" srcId="{2D2B778F-B0AD-4CF9-871D-38D3A4E0D0B3}" destId="{19E7EB5B-D571-4ACB-91CC-206C25D6CF45}" srcOrd="1" destOrd="0" parTransId="{40D4B737-1F67-4FB9-866F-DF770EB51D68}" sibTransId="{531C0449-2882-47EA-A600-6B0E86B871B3}"/>
    <dgm:cxn modelId="{0F2A1A1D-9A13-4FE0-BC3F-5224917C349F}" type="presOf" srcId="{0CC4A5D0-361B-4D80-8A8F-82C4ED574466}" destId="{A2AF7BA2-7D54-4992-AC68-6C932D786E60}" srcOrd="0" destOrd="0" presId="urn:microsoft.com/office/officeart/2005/8/layout/list1"/>
    <dgm:cxn modelId="{64F0141F-76FD-446C-8388-9217BB424A2C}" type="presOf" srcId="{2D2B778F-B0AD-4CF9-871D-38D3A4E0D0B3}" destId="{E6506286-F065-4668-B3B7-CF7BC9630185}" srcOrd="1" destOrd="0" presId="urn:microsoft.com/office/officeart/2005/8/layout/list1"/>
    <dgm:cxn modelId="{EC566931-8A50-4750-9F68-0547A0812C73}" srcId="{E348E560-4652-4AB2-AB77-BD2D26943C78}" destId="{2D2B778F-B0AD-4CF9-871D-38D3A4E0D0B3}" srcOrd="0" destOrd="0" parTransId="{EC5037C9-7C3B-4FA4-AA5A-7BCD4FF04FA2}" sibTransId="{2059BBA1-6B08-4B96-AC42-5E31D5D44ECB}"/>
    <dgm:cxn modelId="{EEC2FA5E-32FD-4BFF-9178-478B878A768C}" srcId="{2D2B778F-B0AD-4CF9-871D-38D3A4E0D0B3}" destId="{AC34C26F-78E4-4958-87F8-A551B86727C2}" srcOrd="0" destOrd="0" parTransId="{367B44BE-DC61-4746-816E-DA1BF0F6C3CC}" sibTransId="{F46DA694-6A9A-4508-8F8E-25CA049CA96D}"/>
    <dgm:cxn modelId="{13DDF36F-EDEC-4132-A218-C8B52B7B1005}" type="presOf" srcId="{2D2B778F-B0AD-4CF9-871D-38D3A4E0D0B3}" destId="{4ECA1E21-249F-4631-9774-AFAD9BE35B10}" srcOrd="0" destOrd="0" presId="urn:microsoft.com/office/officeart/2005/8/layout/list1"/>
    <dgm:cxn modelId="{0799F073-47FF-48B8-B172-E71C536D6E1B}" type="presOf" srcId="{E348E560-4652-4AB2-AB77-BD2D26943C78}" destId="{BB428B8B-8391-42F0-B9D7-96637D01C95E}" srcOrd="0" destOrd="0" presId="urn:microsoft.com/office/officeart/2005/8/layout/list1"/>
    <dgm:cxn modelId="{7CE4BA9C-81DD-4340-9FD0-B57A2E82A402}" type="presOf" srcId="{0CC4A5D0-361B-4D80-8A8F-82C4ED574466}" destId="{C266B18F-614A-4243-AFE2-143BDE157381}" srcOrd="1" destOrd="0" presId="urn:microsoft.com/office/officeart/2005/8/layout/list1"/>
    <dgm:cxn modelId="{31A64EE5-403D-43DE-8B77-538C6C555448}" srcId="{E348E560-4652-4AB2-AB77-BD2D26943C78}" destId="{0CC4A5D0-361B-4D80-8A8F-82C4ED574466}" srcOrd="1" destOrd="0" parTransId="{754F0EF4-E40E-4421-8735-C4B299C7B93D}" sibTransId="{EFC394B2-F48F-41A9-A50C-1CC6D1FDB846}"/>
    <dgm:cxn modelId="{52078AE7-FE6A-4683-A24E-30541BA24550}" type="presOf" srcId="{AC34C26F-78E4-4958-87F8-A551B86727C2}" destId="{8B8BA583-D036-44C7-9EFF-7E382006F8EB}" srcOrd="0" destOrd="0" presId="urn:microsoft.com/office/officeart/2005/8/layout/list1"/>
    <dgm:cxn modelId="{834DE7EC-A7E8-491D-8965-9E72FDB8B027}" type="presOf" srcId="{19E7EB5B-D571-4ACB-91CC-206C25D6CF45}" destId="{8B8BA583-D036-44C7-9EFF-7E382006F8EB}" srcOrd="0" destOrd="1" presId="urn:microsoft.com/office/officeart/2005/8/layout/list1"/>
    <dgm:cxn modelId="{49ED2747-B2D0-4104-A622-DA04C69BC5E0}" type="presParOf" srcId="{BB428B8B-8391-42F0-B9D7-96637D01C95E}" destId="{988AC86B-85D2-4987-B055-03E515AD760F}" srcOrd="0" destOrd="0" presId="urn:microsoft.com/office/officeart/2005/8/layout/list1"/>
    <dgm:cxn modelId="{8B24E6D2-F27B-4AE6-93B8-E4B52E871CF0}" type="presParOf" srcId="{988AC86B-85D2-4987-B055-03E515AD760F}" destId="{4ECA1E21-249F-4631-9774-AFAD9BE35B10}" srcOrd="0" destOrd="0" presId="urn:microsoft.com/office/officeart/2005/8/layout/list1"/>
    <dgm:cxn modelId="{CB660055-71E5-461A-914D-7E0554BEB2CB}" type="presParOf" srcId="{988AC86B-85D2-4987-B055-03E515AD760F}" destId="{E6506286-F065-4668-B3B7-CF7BC9630185}" srcOrd="1" destOrd="0" presId="urn:microsoft.com/office/officeart/2005/8/layout/list1"/>
    <dgm:cxn modelId="{739EA013-7B69-4D93-AB36-8F2D7571BFB8}" type="presParOf" srcId="{BB428B8B-8391-42F0-B9D7-96637D01C95E}" destId="{A888D990-96DF-4474-BFEE-F45E533E31CC}" srcOrd="1" destOrd="0" presId="urn:microsoft.com/office/officeart/2005/8/layout/list1"/>
    <dgm:cxn modelId="{B26580B0-DFB2-4993-AC68-5587E22161A4}" type="presParOf" srcId="{BB428B8B-8391-42F0-B9D7-96637D01C95E}" destId="{8B8BA583-D036-44C7-9EFF-7E382006F8EB}" srcOrd="2" destOrd="0" presId="urn:microsoft.com/office/officeart/2005/8/layout/list1"/>
    <dgm:cxn modelId="{FDA12962-5132-4B4A-BC2A-701BFAFE5FBB}" type="presParOf" srcId="{BB428B8B-8391-42F0-B9D7-96637D01C95E}" destId="{17EB7892-9819-492A-B253-D2A9AB98CBF6}" srcOrd="3" destOrd="0" presId="urn:microsoft.com/office/officeart/2005/8/layout/list1"/>
    <dgm:cxn modelId="{06B10017-37FE-4D1F-B480-3BA44725A619}" type="presParOf" srcId="{BB428B8B-8391-42F0-B9D7-96637D01C95E}" destId="{2EE6E727-E5A4-4ED7-9400-AF271250401D}" srcOrd="4" destOrd="0" presId="urn:microsoft.com/office/officeart/2005/8/layout/list1"/>
    <dgm:cxn modelId="{3BBB7EA7-E154-43A4-8212-7D70273435EA}" type="presParOf" srcId="{2EE6E727-E5A4-4ED7-9400-AF271250401D}" destId="{A2AF7BA2-7D54-4992-AC68-6C932D786E60}" srcOrd="0" destOrd="0" presId="urn:microsoft.com/office/officeart/2005/8/layout/list1"/>
    <dgm:cxn modelId="{43020C75-4CDA-4571-80C6-43AD0D4CBFE0}" type="presParOf" srcId="{2EE6E727-E5A4-4ED7-9400-AF271250401D}" destId="{C266B18F-614A-4243-AFE2-143BDE157381}" srcOrd="1" destOrd="0" presId="urn:microsoft.com/office/officeart/2005/8/layout/list1"/>
    <dgm:cxn modelId="{CE044CD0-37D3-4E31-B118-2DEF7AE7BF7C}" type="presParOf" srcId="{BB428B8B-8391-42F0-B9D7-96637D01C95E}" destId="{BB6B5650-3987-4EB1-A27D-143F7A0C4131}" srcOrd="5" destOrd="0" presId="urn:microsoft.com/office/officeart/2005/8/layout/list1"/>
    <dgm:cxn modelId="{630CD213-FBA6-4722-ACAD-E599C76DC535}" type="presParOf" srcId="{BB428B8B-8391-42F0-B9D7-96637D01C95E}" destId="{EB54E0E6-3F9C-4636-9EBE-E33802188B21}" srcOrd="6" destOrd="0" presId="urn:microsoft.com/office/officeart/2005/8/layout/list1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D2126A50-82E2-4FBC-BC70-FEBD6B2B279F}" type="doc">
      <dgm:prSet loTypeId="urn:microsoft.com/office/officeart/2018/5/layout/IconLeafLabelList" loCatId="icon" qsTypeId="urn:microsoft.com/office/officeart/2005/8/quickstyle/simple1" qsCatId="simple" csTypeId="urn:microsoft.com/office/officeart/2018/5/colors/Iconchunking_coloredtext_colorful1" csCatId="colorful" phldr="1"/>
      <dgm:spPr/>
      <dgm:t>
        <a:bodyPr/>
        <a:lstStyle/>
        <a:p>
          <a:endParaRPr lang="en-US"/>
        </a:p>
      </dgm:t>
    </dgm:pt>
    <dgm:pt modelId="{3CE58088-96CB-4D9A-9A03-700CE5E17411}">
      <dgm:prSet/>
      <dgm:spPr/>
      <dgm:t>
        <a:bodyPr/>
        <a:lstStyle/>
        <a:p>
          <a:pPr>
            <a:defRPr cap="all"/>
          </a:pPr>
          <a:r>
            <a:rPr lang="en-US" b="1" dirty="0" err="1"/>
            <a:t>Před</a:t>
          </a:r>
          <a:r>
            <a:rPr lang="en-US" b="1" dirty="0"/>
            <a:t> </a:t>
          </a:r>
          <a:r>
            <a:rPr lang="en-US" b="1" dirty="0" err="1"/>
            <a:t>počítači</a:t>
          </a:r>
          <a:r>
            <a:rPr lang="en-US" b="1" dirty="0"/>
            <a:t>: </a:t>
          </a:r>
          <a:r>
            <a:rPr lang="en-US" b="1" dirty="0" err="1"/>
            <a:t>fyzické</a:t>
          </a:r>
          <a:r>
            <a:rPr lang="en-US" b="1" dirty="0"/>
            <a:t> </a:t>
          </a:r>
          <a:r>
            <a:rPr lang="en-US" b="1" dirty="0" err="1"/>
            <a:t>tabulky</a:t>
          </a:r>
          <a:r>
            <a:rPr lang="en-US" b="1" dirty="0"/>
            <a:t> (</a:t>
          </a:r>
          <a:r>
            <a:rPr lang="en-US" b="1" dirty="0" err="1"/>
            <a:t>kniha</a:t>
          </a:r>
          <a:r>
            <a:rPr lang="en-US" b="1" dirty="0"/>
            <a:t> A million Random Digits, 1955)</a:t>
          </a:r>
        </a:p>
      </dgm:t>
    </dgm:pt>
    <dgm:pt modelId="{D7D41B82-77F0-42FA-83E7-6B712414AD02}" type="parTrans" cxnId="{8C4A2E51-6D04-4668-B14A-49E6C404DA88}">
      <dgm:prSet/>
      <dgm:spPr/>
      <dgm:t>
        <a:bodyPr/>
        <a:lstStyle/>
        <a:p>
          <a:endParaRPr lang="en-US"/>
        </a:p>
      </dgm:t>
    </dgm:pt>
    <dgm:pt modelId="{7C043884-324B-4507-B7EA-383AF62643D0}" type="sibTrans" cxnId="{8C4A2E51-6D04-4668-B14A-49E6C404DA88}">
      <dgm:prSet/>
      <dgm:spPr/>
      <dgm:t>
        <a:bodyPr/>
        <a:lstStyle/>
        <a:p>
          <a:endParaRPr lang="en-US"/>
        </a:p>
      </dgm:t>
    </dgm:pt>
    <dgm:pt modelId="{276607AE-D963-4CED-8681-8012F35340B6}">
      <dgm:prSet/>
      <dgm:spPr/>
      <dgm:t>
        <a:bodyPr/>
        <a:lstStyle/>
        <a:p>
          <a:pPr>
            <a:defRPr cap="all"/>
          </a:pPr>
          <a:r>
            <a:rPr lang="en-US" b="1" dirty="0"/>
            <a:t>John Von Neumann: </a:t>
          </a:r>
          <a:r>
            <a:rPr lang="en-US" b="1" dirty="0" err="1"/>
            <a:t>metoda</a:t>
          </a:r>
          <a:r>
            <a:rPr lang="en-US" b="1" dirty="0"/>
            <a:t> </a:t>
          </a:r>
          <a:r>
            <a:rPr lang="en-US" b="1" dirty="0" err="1"/>
            <a:t>prostředních</a:t>
          </a:r>
          <a:r>
            <a:rPr lang="en-US" b="1" dirty="0"/>
            <a:t> </a:t>
          </a:r>
          <a:r>
            <a:rPr lang="en-US" b="1" dirty="0" err="1"/>
            <a:t>čtverců</a:t>
          </a:r>
          <a:r>
            <a:rPr lang="en-US" b="1" dirty="0"/>
            <a:t> – </a:t>
          </a:r>
          <a:r>
            <a:rPr lang="en-US" b="1" dirty="0" err="1"/>
            <a:t>první</a:t>
          </a:r>
          <a:r>
            <a:rPr lang="en-US" b="1" dirty="0"/>
            <a:t> </a:t>
          </a:r>
          <a:r>
            <a:rPr lang="en-US" b="1" dirty="0" err="1"/>
            <a:t>generování</a:t>
          </a:r>
          <a:r>
            <a:rPr lang="en-US" b="1" dirty="0"/>
            <a:t> </a:t>
          </a:r>
          <a:r>
            <a:rPr lang="en-US" b="1" dirty="0" err="1"/>
            <a:t>čísel</a:t>
          </a:r>
          <a:r>
            <a:rPr lang="en-US" b="1" dirty="0"/>
            <a:t> </a:t>
          </a:r>
          <a:r>
            <a:rPr lang="en-US" b="1" dirty="0" err="1"/>
            <a:t>algoritmem</a:t>
          </a:r>
          <a:endParaRPr lang="en-US" b="1" dirty="0"/>
        </a:p>
      </dgm:t>
    </dgm:pt>
    <dgm:pt modelId="{A35527B1-8504-4CEF-99BD-88FF75F93B96}" type="parTrans" cxnId="{12FAD81C-7EF1-4E1A-90C4-4CB08C224157}">
      <dgm:prSet/>
      <dgm:spPr/>
      <dgm:t>
        <a:bodyPr/>
        <a:lstStyle/>
        <a:p>
          <a:endParaRPr lang="en-US"/>
        </a:p>
      </dgm:t>
    </dgm:pt>
    <dgm:pt modelId="{41BA08E5-0E11-4853-ACE3-D8AB1B7871D0}" type="sibTrans" cxnId="{12FAD81C-7EF1-4E1A-90C4-4CB08C224157}">
      <dgm:prSet/>
      <dgm:spPr/>
      <dgm:t>
        <a:bodyPr/>
        <a:lstStyle/>
        <a:p>
          <a:endParaRPr lang="en-US"/>
        </a:p>
      </dgm:t>
    </dgm:pt>
    <dgm:pt modelId="{756E4AA0-A1FA-4095-BECC-68B8D9753ECA}">
      <dgm:prSet/>
      <dgm:spPr/>
      <dgm:t>
        <a:bodyPr/>
        <a:lstStyle/>
        <a:p>
          <a:pPr>
            <a:defRPr cap="all"/>
          </a:pPr>
          <a:r>
            <a:rPr lang="en-US" b="1" dirty="0" err="1"/>
            <a:t>Hlavní</a:t>
          </a:r>
          <a:r>
            <a:rPr lang="en-US" b="1" dirty="0"/>
            <a:t> </a:t>
          </a:r>
          <a:r>
            <a:rPr lang="en-US" b="1" dirty="0" err="1"/>
            <a:t>problém</a:t>
          </a:r>
          <a:r>
            <a:rPr lang="en-US" b="1" dirty="0"/>
            <a:t>: </a:t>
          </a:r>
          <a:r>
            <a:rPr lang="en-US" b="1" dirty="0" err="1"/>
            <a:t>krátká</a:t>
          </a:r>
          <a:r>
            <a:rPr lang="en-US" b="1" dirty="0"/>
            <a:t> </a:t>
          </a:r>
          <a:r>
            <a:rPr lang="en-US" b="1" dirty="0" err="1"/>
            <a:t>perioda</a:t>
          </a:r>
          <a:endParaRPr lang="en-US" b="1" dirty="0"/>
        </a:p>
      </dgm:t>
    </dgm:pt>
    <dgm:pt modelId="{46FEBDED-35F7-4FA3-A040-64F218A10C91}" type="parTrans" cxnId="{29CE88DF-3675-4D8C-B741-9A84BCF45A86}">
      <dgm:prSet/>
      <dgm:spPr/>
      <dgm:t>
        <a:bodyPr/>
        <a:lstStyle/>
        <a:p>
          <a:endParaRPr lang="en-US"/>
        </a:p>
      </dgm:t>
    </dgm:pt>
    <dgm:pt modelId="{9A4B67A5-C5DF-41FD-A076-568941D8632C}" type="sibTrans" cxnId="{29CE88DF-3675-4D8C-B741-9A84BCF45A86}">
      <dgm:prSet/>
      <dgm:spPr/>
      <dgm:t>
        <a:bodyPr/>
        <a:lstStyle/>
        <a:p>
          <a:endParaRPr lang="en-US"/>
        </a:p>
      </dgm:t>
    </dgm:pt>
    <dgm:pt modelId="{2C6CB829-A809-44B9-826D-B5B61A6683EF}" type="pres">
      <dgm:prSet presAssocID="{D2126A50-82E2-4FBC-BC70-FEBD6B2B279F}" presName="root" presStyleCnt="0">
        <dgm:presLayoutVars>
          <dgm:dir/>
          <dgm:resizeHandles val="exact"/>
        </dgm:presLayoutVars>
      </dgm:prSet>
      <dgm:spPr/>
    </dgm:pt>
    <dgm:pt modelId="{D77EC80A-7943-4189-9B76-EBDEFF0FF83F}" type="pres">
      <dgm:prSet presAssocID="{3CE58088-96CB-4D9A-9A03-700CE5E17411}" presName="compNode" presStyleCnt="0"/>
      <dgm:spPr/>
    </dgm:pt>
    <dgm:pt modelId="{E878CBB0-EA0B-449F-87BC-E251C0FD75CA}" type="pres">
      <dgm:prSet presAssocID="{3CE58088-96CB-4D9A-9A03-700CE5E17411}" presName="iconBgRect" presStyleLbl="bgShp" presStyleIdx="0" presStyleCnt="3"/>
      <dgm:spPr>
        <a:prstGeom prst="round2DiagRect">
          <a:avLst>
            <a:gd name="adj1" fmla="val 29727"/>
            <a:gd name="adj2" fmla="val 0"/>
          </a:avLst>
        </a:prstGeom>
      </dgm:spPr>
    </dgm:pt>
    <dgm:pt modelId="{1908DEFC-D248-4690-BA5B-34AF6FF8A0DB}" type="pres">
      <dgm:prSet presAssocID="{3CE58088-96CB-4D9A-9A03-700CE5E17411}" presName="iconRect" presStyleLbl="node1" presStyleIdx="0" presStyleCnt="3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Počítač"/>
        </a:ext>
      </dgm:extLst>
    </dgm:pt>
    <dgm:pt modelId="{4D47173A-7975-4A50-AAF4-D7CB8C542152}" type="pres">
      <dgm:prSet presAssocID="{3CE58088-96CB-4D9A-9A03-700CE5E17411}" presName="spaceRect" presStyleCnt="0"/>
      <dgm:spPr/>
    </dgm:pt>
    <dgm:pt modelId="{8CF9282E-0822-4E1D-973C-ED203D407E39}" type="pres">
      <dgm:prSet presAssocID="{3CE58088-96CB-4D9A-9A03-700CE5E17411}" presName="textRect" presStyleLbl="revTx" presStyleIdx="0" presStyleCnt="3">
        <dgm:presLayoutVars>
          <dgm:chMax val="1"/>
          <dgm:chPref val="1"/>
        </dgm:presLayoutVars>
      </dgm:prSet>
      <dgm:spPr/>
    </dgm:pt>
    <dgm:pt modelId="{672CB7AB-61DC-491A-B807-94CC7FF2D40E}" type="pres">
      <dgm:prSet presAssocID="{7C043884-324B-4507-B7EA-383AF62643D0}" presName="sibTrans" presStyleCnt="0"/>
      <dgm:spPr/>
    </dgm:pt>
    <dgm:pt modelId="{84C6A61E-AFF3-4ACA-A842-F15B4D67EE50}" type="pres">
      <dgm:prSet presAssocID="{276607AE-D963-4CED-8681-8012F35340B6}" presName="compNode" presStyleCnt="0"/>
      <dgm:spPr/>
    </dgm:pt>
    <dgm:pt modelId="{EEE0BEDD-73BC-4B05-BF4A-3F36742B3B47}" type="pres">
      <dgm:prSet presAssocID="{276607AE-D963-4CED-8681-8012F35340B6}" presName="iconBgRect" presStyleLbl="bgShp" presStyleIdx="1" presStyleCnt="3"/>
      <dgm:spPr>
        <a:prstGeom prst="round2DiagRect">
          <a:avLst>
            <a:gd name="adj1" fmla="val 29727"/>
            <a:gd name="adj2" fmla="val 0"/>
          </a:avLst>
        </a:prstGeom>
      </dgm:spPr>
    </dgm:pt>
    <dgm:pt modelId="{FDEB2B42-5703-4D7B-A113-E5AA516513A9}" type="pres">
      <dgm:prSet presAssocID="{276607AE-D963-4CED-8681-8012F35340B6}" presName="iconRect" presStyleLbl="node1" presStyleIdx="1" presStyleCnt="3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Atom"/>
        </a:ext>
      </dgm:extLst>
    </dgm:pt>
    <dgm:pt modelId="{972C3C77-5E45-459C-B009-FA3563EE56C2}" type="pres">
      <dgm:prSet presAssocID="{276607AE-D963-4CED-8681-8012F35340B6}" presName="spaceRect" presStyleCnt="0"/>
      <dgm:spPr/>
    </dgm:pt>
    <dgm:pt modelId="{C8F07FD2-A910-4851-9C82-C520426A4701}" type="pres">
      <dgm:prSet presAssocID="{276607AE-D963-4CED-8681-8012F35340B6}" presName="textRect" presStyleLbl="revTx" presStyleIdx="1" presStyleCnt="3">
        <dgm:presLayoutVars>
          <dgm:chMax val="1"/>
          <dgm:chPref val="1"/>
        </dgm:presLayoutVars>
      </dgm:prSet>
      <dgm:spPr/>
    </dgm:pt>
    <dgm:pt modelId="{2C45663F-37F4-4F18-BE5F-34C6D468EE93}" type="pres">
      <dgm:prSet presAssocID="{41BA08E5-0E11-4853-ACE3-D8AB1B7871D0}" presName="sibTrans" presStyleCnt="0"/>
      <dgm:spPr/>
    </dgm:pt>
    <dgm:pt modelId="{F5D5AC9E-AF80-478B-A4E0-D38BE24EFFF2}" type="pres">
      <dgm:prSet presAssocID="{756E4AA0-A1FA-4095-BECC-68B8D9753ECA}" presName="compNode" presStyleCnt="0"/>
      <dgm:spPr/>
    </dgm:pt>
    <dgm:pt modelId="{5A4895D5-B5D8-45C6-A250-89C2959EF273}" type="pres">
      <dgm:prSet presAssocID="{756E4AA0-A1FA-4095-BECC-68B8D9753ECA}" presName="iconBgRect" presStyleLbl="bgShp" presStyleIdx="2" presStyleCnt="3"/>
      <dgm:spPr>
        <a:prstGeom prst="round2DiagRect">
          <a:avLst>
            <a:gd name="adj1" fmla="val 29727"/>
            <a:gd name="adj2" fmla="val 0"/>
          </a:avLst>
        </a:prstGeom>
      </dgm:spPr>
    </dgm:pt>
    <dgm:pt modelId="{E3444E96-2F6D-4A34-A77A-18E9273634E9}" type="pres">
      <dgm:prSet presAssocID="{756E4AA0-A1FA-4095-BECC-68B8D9753ECA}" presName="iconRect" presStyleLbl="node1" presStyleIdx="2" presStyleCnt="3"/>
      <dgm:spPr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Blesky"/>
        </a:ext>
      </dgm:extLst>
    </dgm:pt>
    <dgm:pt modelId="{964A5A42-CA26-41E9-938F-FFBDEE6B110B}" type="pres">
      <dgm:prSet presAssocID="{756E4AA0-A1FA-4095-BECC-68B8D9753ECA}" presName="spaceRect" presStyleCnt="0"/>
      <dgm:spPr/>
    </dgm:pt>
    <dgm:pt modelId="{B5955F5D-BF62-4ECA-B4F9-183FE2023A01}" type="pres">
      <dgm:prSet presAssocID="{756E4AA0-A1FA-4095-BECC-68B8D9753ECA}" presName="textRect" presStyleLbl="revTx" presStyleIdx="2" presStyleCnt="3">
        <dgm:presLayoutVars>
          <dgm:chMax val="1"/>
          <dgm:chPref val="1"/>
        </dgm:presLayoutVars>
      </dgm:prSet>
      <dgm:spPr/>
    </dgm:pt>
  </dgm:ptLst>
  <dgm:cxnLst>
    <dgm:cxn modelId="{66C16C1C-0C7E-4417-A189-6F1A70415F35}" type="presOf" srcId="{756E4AA0-A1FA-4095-BECC-68B8D9753ECA}" destId="{B5955F5D-BF62-4ECA-B4F9-183FE2023A01}" srcOrd="0" destOrd="0" presId="urn:microsoft.com/office/officeart/2018/5/layout/IconLeafLabelList"/>
    <dgm:cxn modelId="{12FAD81C-7EF1-4E1A-90C4-4CB08C224157}" srcId="{D2126A50-82E2-4FBC-BC70-FEBD6B2B279F}" destId="{276607AE-D963-4CED-8681-8012F35340B6}" srcOrd="1" destOrd="0" parTransId="{A35527B1-8504-4CEF-99BD-88FF75F93B96}" sibTransId="{41BA08E5-0E11-4853-ACE3-D8AB1B7871D0}"/>
    <dgm:cxn modelId="{8C4A2E51-6D04-4668-B14A-49E6C404DA88}" srcId="{D2126A50-82E2-4FBC-BC70-FEBD6B2B279F}" destId="{3CE58088-96CB-4D9A-9A03-700CE5E17411}" srcOrd="0" destOrd="0" parTransId="{D7D41B82-77F0-42FA-83E7-6B712414AD02}" sibTransId="{7C043884-324B-4507-B7EA-383AF62643D0}"/>
    <dgm:cxn modelId="{F3AF3693-424B-4B7D-B695-D458F590C27E}" type="presOf" srcId="{276607AE-D963-4CED-8681-8012F35340B6}" destId="{C8F07FD2-A910-4851-9C82-C520426A4701}" srcOrd="0" destOrd="0" presId="urn:microsoft.com/office/officeart/2018/5/layout/IconLeafLabelList"/>
    <dgm:cxn modelId="{FE04819B-3C24-4B9A-9751-C777A281DD51}" type="presOf" srcId="{D2126A50-82E2-4FBC-BC70-FEBD6B2B279F}" destId="{2C6CB829-A809-44B9-826D-B5B61A6683EF}" srcOrd="0" destOrd="0" presId="urn:microsoft.com/office/officeart/2018/5/layout/IconLeafLabelList"/>
    <dgm:cxn modelId="{29CE88DF-3675-4D8C-B741-9A84BCF45A86}" srcId="{D2126A50-82E2-4FBC-BC70-FEBD6B2B279F}" destId="{756E4AA0-A1FA-4095-BECC-68B8D9753ECA}" srcOrd="2" destOrd="0" parTransId="{46FEBDED-35F7-4FA3-A040-64F218A10C91}" sibTransId="{9A4B67A5-C5DF-41FD-A076-568941D8632C}"/>
    <dgm:cxn modelId="{ABC657E8-B573-4BD2-ACDD-951EDD1751FE}" type="presOf" srcId="{3CE58088-96CB-4D9A-9A03-700CE5E17411}" destId="{8CF9282E-0822-4E1D-973C-ED203D407E39}" srcOrd="0" destOrd="0" presId="urn:microsoft.com/office/officeart/2018/5/layout/IconLeafLabelList"/>
    <dgm:cxn modelId="{929D780D-260E-4B51-9DF4-BC5BA5874375}" type="presParOf" srcId="{2C6CB829-A809-44B9-826D-B5B61A6683EF}" destId="{D77EC80A-7943-4189-9B76-EBDEFF0FF83F}" srcOrd="0" destOrd="0" presId="urn:microsoft.com/office/officeart/2018/5/layout/IconLeafLabelList"/>
    <dgm:cxn modelId="{44F5BD11-5D8D-4B70-A4B4-FCBA9745A46A}" type="presParOf" srcId="{D77EC80A-7943-4189-9B76-EBDEFF0FF83F}" destId="{E878CBB0-EA0B-449F-87BC-E251C0FD75CA}" srcOrd="0" destOrd="0" presId="urn:microsoft.com/office/officeart/2018/5/layout/IconLeafLabelList"/>
    <dgm:cxn modelId="{3EB74325-5D0A-4582-9514-20DB9007FB94}" type="presParOf" srcId="{D77EC80A-7943-4189-9B76-EBDEFF0FF83F}" destId="{1908DEFC-D248-4690-BA5B-34AF6FF8A0DB}" srcOrd="1" destOrd="0" presId="urn:microsoft.com/office/officeart/2018/5/layout/IconLeafLabelList"/>
    <dgm:cxn modelId="{F8BC1F00-8FD8-423C-AA82-3CFDFA70635A}" type="presParOf" srcId="{D77EC80A-7943-4189-9B76-EBDEFF0FF83F}" destId="{4D47173A-7975-4A50-AAF4-D7CB8C542152}" srcOrd="2" destOrd="0" presId="urn:microsoft.com/office/officeart/2018/5/layout/IconLeafLabelList"/>
    <dgm:cxn modelId="{D7B782FF-B382-4C62-93B4-B36A83B0B8EA}" type="presParOf" srcId="{D77EC80A-7943-4189-9B76-EBDEFF0FF83F}" destId="{8CF9282E-0822-4E1D-973C-ED203D407E39}" srcOrd="3" destOrd="0" presId="urn:microsoft.com/office/officeart/2018/5/layout/IconLeafLabelList"/>
    <dgm:cxn modelId="{18C4E436-8B0B-4626-8A0B-FF4D3031DDFC}" type="presParOf" srcId="{2C6CB829-A809-44B9-826D-B5B61A6683EF}" destId="{672CB7AB-61DC-491A-B807-94CC7FF2D40E}" srcOrd="1" destOrd="0" presId="urn:microsoft.com/office/officeart/2018/5/layout/IconLeafLabelList"/>
    <dgm:cxn modelId="{9DAC7E85-9956-4B46-A2F3-1E70F162D402}" type="presParOf" srcId="{2C6CB829-A809-44B9-826D-B5B61A6683EF}" destId="{84C6A61E-AFF3-4ACA-A842-F15B4D67EE50}" srcOrd="2" destOrd="0" presId="urn:microsoft.com/office/officeart/2018/5/layout/IconLeafLabelList"/>
    <dgm:cxn modelId="{1AF2FF34-DC7C-444F-A322-9742AE41F2A0}" type="presParOf" srcId="{84C6A61E-AFF3-4ACA-A842-F15B4D67EE50}" destId="{EEE0BEDD-73BC-4B05-BF4A-3F36742B3B47}" srcOrd="0" destOrd="0" presId="urn:microsoft.com/office/officeart/2018/5/layout/IconLeafLabelList"/>
    <dgm:cxn modelId="{6459FD6C-3EF6-4E19-ACAA-DCA412C880C7}" type="presParOf" srcId="{84C6A61E-AFF3-4ACA-A842-F15B4D67EE50}" destId="{FDEB2B42-5703-4D7B-A113-E5AA516513A9}" srcOrd="1" destOrd="0" presId="urn:microsoft.com/office/officeart/2018/5/layout/IconLeafLabelList"/>
    <dgm:cxn modelId="{7EDAB902-7F8F-44CE-A22A-52C443E21AB5}" type="presParOf" srcId="{84C6A61E-AFF3-4ACA-A842-F15B4D67EE50}" destId="{972C3C77-5E45-459C-B009-FA3563EE56C2}" srcOrd="2" destOrd="0" presId="urn:microsoft.com/office/officeart/2018/5/layout/IconLeafLabelList"/>
    <dgm:cxn modelId="{E611665F-561E-4121-85CA-820853D21911}" type="presParOf" srcId="{84C6A61E-AFF3-4ACA-A842-F15B4D67EE50}" destId="{C8F07FD2-A910-4851-9C82-C520426A4701}" srcOrd="3" destOrd="0" presId="urn:microsoft.com/office/officeart/2018/5/layout/IconLeafLabelList"/>
    <dgm:cxn modelId="{A197A560-DC25-468B-BBAE-569D19ECE4D2}" type="presParOf" srcId="{2C6CB829-A809-44B9-826D-B5B61A6683EF}" destId="{2C45663F-37F4-4F18-BE5F-34C6D468EE93}" srcOrd="3" destOrd="0" presId="urn:microsoft.com/office/officeart/2018/5/layout/IconLeafLabelList"/>
    <dgm:cxn modelId="{D3F71356-6D5A-40EC-8B7A-9D3C7DC11F80}" type="presParOf" srcId="{2C6CB829-A809-44B9-826D-B5B61A6683EF}" destId="{F5D5AC9E-AF80-478B-A4E0-D38BE24EFFF2}" srcOrd="4" destOrd="0" presId="urn:microsoft.com/office/officeart/2018/5/layout/IconLeafLabelList"/>
    <dgm:cxn modelId="{1907DF65-F0B8-46BA-AF83-3313D1652F48}" type="presParOf" srcId="{F5D5AC9E-AF80-478B-A4E0-D38BE24EFFF2}" destId="{5A4895D5-B5D8-45C6-A250-89C2959EF273}" srcOrd="0" destOrd="0" presId="urn:microsoft.com/office/officeart/2018/5/layout/IconLeafLabelList"/>
    <dgm:cxn modelId="{BA1EF1F3-8D37-42AD-AA9D-5A4CD46D57F1}" type="presParOf" srcId="{F5D5AC9E-AF80-478B-A4E0-D38BE24EFFF2}" destId="{E3444E96-2F6D-4A34-A77A-18E9273634E9}" srcOrd="1" destOrd="0" presId="urn:microsoft.com/office/officeart/2018/5/layout/IconLeafLabelList"/>
    <dgm:cxn modelId="{F67BC578-3C20-44A0-95F8-EDF56FED82DA}" type="presParOf" srcId="{F5D5AC9E-AF80-478B-A4E0-D38BE24EFFF2}" destId="{964A5A42-CA26-41E9-938F-FFBDEE6B110B}" srcOrd="2" destOrd="0" presId="urn:microsoft.com/office/officeart/2018/5/layout/IconLeafLabelList"/>
    <dgm:cxn modelId="{59F04A20-FFBF-4263-A9DE-8655CE8A9AB9}" type="presParOf" srcId="{F5D5AC9E-AF80-478B-A4E0-D38BE24EFFF2}" destId="{B5955F5D-BF62-4ECA-B4F9-183FE2023A01}" srcOrd="3" destOrd="0" presId="urn:microsoft.com/office/officeart/2018/5/layout/IconLeafLabelList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4.xml><?xml version="1.0" encoding="utf-8"?>
<dgm:dataModel xmlns:dgm="http://schemas.openxmlformats.org/drawingml/2006/diagram" xmlns:a="http://schemas.openxmlformats.org/drawingml/2006/main">
  <dgm:ptLst>
    <dgm:pt modelId="{CCFBBCDD-2F8B-4785-B1A4-F6616BE4FBD0}" type="doc">
      <dgm:prSet loTypeId="urn:microsoft.com/office/officeart/2005/8/layout/vList2" loCatId="list" qsTypeId="urn:microsoft.com/office/officeart/2005/8/quickstyle/simple1" qsCatId="simple" csTypeId="urn:microsoft.com/office/officeart/2005/8/colors/colorful2" csCatId="colorful"/>
      <dgm:spPr/>
      <dgm:t>
        <a:bodyPr/>
        <a:lstStyle/>
        <a:p>
          <a:endParaRPr lang="en-US"/>
        </a:p>
      </dgm:t>
    </dgm:pt>
    <dgm:pt modelId="{5D6E8588-B970-4559-9592-BBE83B75985D}">
      <dgm:prSet/>
      <dgm:spPr/>
      <dgm:t>
        <a:bodyPr/>
        <a:lstStyle/>
        <a:p>
          <a:r>
            <a:rPr lang="en-US" b="0" dirty="0" err="1"/>
            <a:t>Základní</a:t>
          </a:r>
          <a:r>
            <a:rPr lang="en-US" b="0" dirty="0"/>
            <a:t> </a:t>
          </a:r>
          <a:r>
            <a:rPr lang="en-US" b="0" dirty="0" err="1"/>
            <a:t>způsob</a:t>
          </a:r>
          <a:r>
            <a:rPr lang="en-US" b="0" dirty="0"/>
            <a:t> </a:t>
          </a:r>
          <a:r>
            <a:rPr lang="en-US" b="0" dirty="0" err="1"/>
            <a:t>generování</a:t>
          </a:r>
          <a:r>
            <a:rPr lang="en-US" b="0" dirty="0"/>
            <a:t> </a:t>
          </a:r>
          <a:r>
            <a:rPr lang="en-US" b="0" dirty="0" err="1"/>
            <a:t>náhodných</a:t>
          </a:r>
          <a:r>
            <a:rPr lang="en-US" b="0" dirty="0"/>
            <a:t> </a:t>
          </a:r>
          <a:r>
            <a:rPr lang="en-US" b="0" dirty="0" err="1"/>
            <a:t>čísel</a:t>
          </a:r>
          <a:endParaRPr lang="en-US" dirty="0"/>
        </a:p>
      </dgm:t>
    </dgm:pt>
    <dgm:pt modelId="{6E4FAFEE-98C9-4A38-9AEF-91FA9D396CA0}" type="parTrans" cxnId="{CE6F908E-D61C-46EF-855A-333BC1C7B85D}">
      <dgm:prSet/>
      <dgm:spPr/>
      <dgm:t>
        <a:bodyPr/>
        <a:lstStyle/>
        <a:p>
          <a:endParaRPr lang="en-US"/>
        </a:p>
      </dgm:t>
    </dgm:pt>
    <dgm:pt modelId="{3AA527B9-65C0-4819-916D-36E64578A174}" type="sibTrans" cxnId="{CE6F908E-D61C-46EF-855A-333BC1C7B85D}">
      <dgm:prSet/>
      <dgm:spPr/>
      <dgm:t>
        <a:bodyPr/>
        <a:lstStyle/>
        <a:p>
          <a:endParaRPr lang="en-US"/>
        </a:p>
      </dgm:t>
    </dgm:pt>
    <dgm:pt modelId="{F91A7062-9B1A-46A9-85AA-0E77A4C86775}">
      <dgm:prSet/>
      <dgm:spPr/>
      <dgm:t>
        <a:bodyPr/>
        <a:lstStyle/>
        <a:p>
          <a:r>
            <a:rPr lang="en-US" b="0"/>
            <a:t>Velmi jednoduchá funkce generátoru náhodných čísel</a:t>
          </a:r>
          <a:endParaRPr lang="en-US"/>
        </a:p>
      </dgm:t>
    </dgm:pt>
    <dgm:pt modelId="{C66E4E6D-2DC4-4E9D-8D08-30457B71B151}" type="parTrans" cxnId="{E9724BE8-5DCF-485D-A066-2D64FD1DD8F5}">
      <dgm:prSet/>
      <dgm:spPr/>
      <dgm:t>
        <a:bodyPr/>
        <a:lstStyle/>
        <a:p>
          <a:endParaRPr lang="en-US"/>
        </a:p>
      </dgm:t>
    </dgm:pt>
    <dgm:pt modelId="{9565A8D4-911A-4844-B0F2-EBD5430CBB81}" type="sibTrans" cxnId="{E9724BE8-5DCF-485D-A066-2D64FD1DD8F5}">
      <dgm:prSet/>
      <dgm:spPr/>
      <dgm:t>
        <a:bodyPr/>
        <a:lstStyle/>
        <a:p>
          <a:endParaRPr lang="en-US"/>
        </a:p>
      </dgm:t>
    </dgm:pt>
    <dgm:pt modelId="{40DE7E23-2C7C-4F71-8552-98F129B33979}" type="pres">
      <dgm:prSet presAssocID="{CCFBBCDD-2F8B-4785-B1A4-F6616BE4FBD0}" presName="linear" presStyleCnt="0">
        <dgm:presLayoutVars>
          <dgm:animLvl val="lvl"/>
          <dgm:resizeHandles val="exact"/>
        </dgm:presLayoutVars>
      </dgm:prSet>
      <dgm:spPr/>
    </dgm:pt>
    <dgm:pt modelId="{3F520F78-57E5-458A-81AD-B93F5A6094BD}" type="pres">
      <dgm:prSet presAssocID="{5D6E8588-B970-4559-9592-BBE83B75985D}" presName="parentText" presStyleLbl="node1" presStyleIdx="0" presStyleCnt="2">
        <dgm:presLayoutVars>
          <dgm:chMax val="0"/>
          <dgm:bulletEnabled val="1"/>
        </dgm:presLayoutVars>
      </dgm:prSet>
      <dgm:spPr/>
    </dgm:pt>
    <dgm:pt modelId="{1CA72D8A-4749-49E7-8013-47D989145272}" type="pres">
      <dgm:prSet presAssocID="{3AA527B9-65C0-4819-916D-36E64578A174}" presName="spacer" presStyleCnt="0"/>
      <dgm:spPr/>
    </dgm:pt>
    <dgm:pt modelId="{9A20911B-9D66-49C4-9972-4CACD8B8CE7F}" type="pres">
      <dgm:prSet presAssocID="{F91A7062-9B1A-46A9-85AA-0E77A4C86775}" presName="parentText" presStyleLbl="node1" presStyleIdx="1" presStyleCnt="2">
        <dgm:presLayoutVars>
          <dgm:chMax val="0"/>
          <dgm:bulletEnabled val="1"/>
        </dgm:presLayoutVars>
      </dgm:prSet>
      <dgm:spPr/>
    </dgm:pt>
  </dgm:ptLst>
  <dgm:cxnLst>
    <dgm:cxn modelId="{A11EBC31-73EA-4443-963F-2339DE7EEC8C}" type="presOf" srcId="{F91A7062-9B1A-46A9-85AA-0E77A4C86775}" destId="{9A20911B-9D66-49C4-9972-4CACD8B8CE7F}" srcOrd="0" destOrd="0" presId="urn:microsoft.com/office/officeart/2005/8/layout/vList2"/>
    <dgm:cxn modelId="{BB1E255A-8849-4957-914F-53CC1645A062}" type="presOf" srcId="{CCFBBCDD-2F8B-4785-B1A4-F6616BE4FBD0}" destId="{40DE7E23-2C7C-4F71-8552-98F129B33979}" srcOrd="0" destOrd="0" presId="urn:microsoft.com/office/officeart/2005/8/layout/vList2"/>
    <dgm:cxn modelId="{CE6F908E-D61C-46EF-855A-333BC1C7B85D}" srcId="{CCFBBCDD-2F8B-4785-B1A4-F6616BE4FBD0}" destId="{5D6E8588-B970-4559-9592-BBE83B75985D}" srcOrd="0" destOrd="0" parTransId="{6E4FAFEE-98C9-4A38-9AEF-91FA9D396CA0}" sibTransId="{3AA527B9-65C0-4819-916D-36E64578A174}"/>
    <dgm:cxn modelId="{B9FB59B8-E914-458A-AD6B-3CDBA2CB3D3A}" type="presOf" srcId="{5D6E8588-B970-4559-9592-BBE83B75985D}" destId="{3F520F78-57E5-458A-81AD-B93F5A6094BD}" srcOrd="0" destOrd="0" presId="urn:microsoft.com/office/officeart/2005/8/layout/vList2"/>
    <dgm:cxn modelId="{E9724BE8-5DCF-485D-A066-2D64FD1DD8F5}" srcId="{CCFBBCDD-2F8B-4785-B1A4-F6616BE4FBD0}" destId="{F91A7062-9B1A-46A9-85AA-0E77A4C86775}" srcOrd="1" destOrd="0" parTransId="{C66E4E6D-2DC4-4E9D-8D08-30457B71B151}" sibTransId="{9565A8D4-911A-4844-B0F2-EBD5430CBB81}"/>
    <dgm:cxn modelId="{A7229B51-238D-47AD-ABAA-DD01E5658AA3}" type="presParOf" srcId="{40DE7E23-2C7C-4F71-8552-98F129B33979}" destId="{3F520F78-57E5-458A-81AD-B93F5A6094BD}" srcOrd="0" destOrd="0" presId="urn:microsoft.com/office/officeart/2005/8/layout/vList2"/>
    <dgm:cxn modelId="{CF8A64C0-4C64-46C8-AC28-97DFCAA13747}" type="presParOf" srcId="{40DE7E23-2C7C-4F71-8552-98F129B33979}" destId="{1CA72D8A-4749-49E7-8013-47D989145272}" srcOrd="1" destOrd="0" presId="urn:microsoft.com/office/officeart/2005/8/layout/vList2"/>
    <dgm:cxn modelId="{74293D4E-13D9-4C49-B72F-14526ABF8085}" type="presParOf" srcId="{40DE7E23-2C7C-4F71-8552-98F129B33979}" destId="{9A20911B-9D66-49C4-9972-4CACD8B8CE7F}" srcOrd="2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5.xml><?xml version="1.0" encoding="utf-8"?>
<dgm:dataModel xmlns:dgm="http://schemas.openxmlformats.org/drawingml/2006/diagram" xmlns:a="http://schemas.openxmlformats.org/drawingml/2006/main">
  <dgm:ptLst>
    <dgm:pt modelId="{E448A032-93DB-4A97-998F-9AF4451D9631}" type="doc">
      <dgm:prSet loTypeId="urn:microsoft.com/office/officeart/2005/8/layout/hierarchy3" loCatId="hierarchy" qsTypeId="urn:microsoft.com/office/officeart/2005/8/quickstyle/simple1" qsCatId="simple" csTypeId="urn:microsoft.com/office/officeart/2005/8/colors/colorful1" csCatId="colorful"/>
      <dgm:spPr/>
      <dgm:t>
        <a:bodyPr/>
        <a:lstStyle/>
        <a:p>
          <a:endParaRPr lang="en-US"/>
        </a:p>
      </dgm:t>
    </dgm:pt>
    <dgm:pt modelId="{FD9104AA-2317-4F23-B33C-645D55A52B38}">
      <dgm:prSet/>
      <dgm:spPr/>
      <dgm:t>
        <a:bodyPr/>
        <a:lstStyle/>
        <a:p>
          <a:r>
            <a:rPr lang="en-US" b="0"/>
            <a:t>počáteční hodnota algoritmu</a:t>
          </a:r>
          <a:endParaRPr lang="en-US"/>
        </a:p>
      </dgm:t>
    </dgm:pt>
    <dgm:pt modelId="{B15622EA-39F2-4A82-9E7D-2C1B0EFA9DAC}" type="parTrans" cxnId="{140ED1AD-BA90-48FB-93C3-CAFD8CE6CBE7}">
      <dgm:prSet/>
      <dgm:spPr/>
      <dgm:t>
        <a:bodyPr/>
        <a:lstStyle/>
        <a:p>
          <a:endParaRPr lang="en-US"/>
        </a:p>
      </dgm:t>
    </dgm:pt>
    <dgm:pt modelId="{758BF8E1-75F6-4D3D-B3EE-724398B701A0}" type="sibTrans" cxnId="{140ED1AD-BA90-48FB-93C3-CAFD8CE6CBE7}">
      <dgm:prSet/>
      <dgm:spPr/>
      <dgm:t>
        <a:bodyPr/>
        <a:lstStyle/>
        <a:p>
          <a:endParaRPr lang="en-US"/>
        </a:p>
      </dgm:t>
    </dgm:pt>
    <dgm:pt modelId="{71975BCA-EFB5-4524-A25A-B28FDEC3CADB}">
      <dgm:prSet/>
      <dgm:spPr/>
      <dgm:t>
        <a:bodyPr/>
        <a:lstStyle/>
        <a:p>
          <a:r>
            <a:rPr lang="en-US" b="0"/>
            <a:t>Reprodukovatelnost</a:t>
          </a:r>
          <a:endParaRPr lang="en-US"/>
        </a:p>
      </dgm:t>
    </dgm:pt>
    <dgm:pt modelId="{E53082E1-9EFF-4FF7-A5F9-260428E06F25}" type="parTrans" cxnId="{BB6D4A73-6CA8-4A65-B410-117E9F841515}">
      <dgm:prSet/>
      <dgm:spPr/>
      <dgm:t>
        <a:bodyPr/>
        <a:lstStyle/>
        <a:p>
          <a:endParaRPr lang="en-US"/>
        </a:p>
      </dgm:t>
    </dgm:pt>
    <dgm:pt modelId="{B46254D3-4191-43A8-BB81-1F96F45DC9AE}" type="sibTrans" cxnId="{BB6D4A73-6CA8-4A65-B410-117E9F841515}">
      <dgm:prSet/>
      <dgm:spPr/>
      <dgm:t>
        <a:bodyPr/>
        <a:lstStyle/>
        <a:p>
          <a:endParaRPr lang="en-US"/>
        </a:p>
      </dgm:t>
    </dgm:pt>
    <dgm:pt modelId="{6A935420-C056-499F-84E6-C683129B46D7}">
      <dgm:prSet/>
      <dgm:spPr/>
      <dgm:t>
        <a:bodyPr/>
        <a:lstStyle/>
        <a:p>
          <a:r>
            <a:rPr lang="cs-CZ"/>
            <a:t>Čas jako seed</a:t>
          </a:r>
          <a:endParaRPr lang="en-US"/>
        </a:p>
      </dgm:t>
    </dgm:pt>
    <dgm:pt modelId="{93F9EB45-124C-4362-BC19-F904A0442293}" type="parTrans" cxnId="{D9F116E3-10C5-4D0C-A8DC-C7630731E2BB}">
      <dgm:prSet/>
      <dgm:spPr/>
      <dgm:t>
        <a:bodyPr/>
        <a:lstStyle/>
        <a:p>
          <a:endParaRPr lang="en-US"/>
        </a:p>
      </dgm:t>
    </dgm:pt>
    <dgm:pt modelId="{249151A7-49C7-4A81-B8D9-FA2253AF1ECF}" type="sibTrans" cxnId="{D9F116E3-10C5-4D0C-A8DC-C7630731E2BB}">
      <dgm:prSet/>
      <dgm:spPr/>
      <dgm:t>
        <a:bodyPr/>
        <a:lstStyle/>
        <a:p>
          <a:endParaRPr lang="en-US"/>
        </a:p>
      </dgm:t>
    </dgm:pt>
    <dgm:pt modelId="{2D900E4D-7660-401B-BE70-BBE92917147B}" type="pres">
      <dgm:prSet presAssocID="{E448A032-93DB-4A97-998F-9AF4451D9631}" presName="diagram" presStyleCnt="0">
        <dgm:presLayoutVars>
          <dgm:chPref val="1"/>
          <dgm:dir/>
          <dgm:animOne val="branch"/>
          <dgm:animLvl val="lvl"/>
          <dgm:resizeHandles/>
        </dgm:presLayoutVars>
      </dgm:prSet>
      <dgm:spPr/>
    </dgm:pt>
    <dgm:pt modelId="{35079A01-1774-4F15-BAEE-6505D64CF31E}" type="pres">
      <dgm:prSet presAssocID="{FD9104AA-2317-4F23-B33C-645D55A52B38}" presName="root" presStyleCnt="0"/>
      <dgm:spPr/>
    </dgm:pt>
    <dgm:pt modelId="{1B65251E-476E-4793-8E85-DD75C62F5FB2}" type="pres">
      <dgm:prSet presAssocID="{FD9104AA-2317-4F23-B33C-645D55A52B38}" presName="rootComposite" presStyleCnt="0"/>
      <dgm:spPr/>
    </dgm:pt>
    <dgm:pt modelId="{9F9CCC70-D191-41E1-9521-2AF6C3E90BA8}" type="pres">
      <dgm:prSet presAssocID="{FD9104AA-2317-4F23-B33C-645D55A52B38}" presName="rootText" presStyleLbl="node1" presStyleIdx="0" presStyleCnt="3"/>
      <dgm:spPr/>
    </dgm:pt>
    <dgm:pt modelId="{EC4E739A-CE6D-4404-9D4C-0F8EFEA682D1}" type="pres">
      <dgm:prSet presAssocID="{FD9104AA-2317-4F23-B33C-645D55A52B38}" presName="rootConnector" presStyleLbl="node1" presStyleIdx="0" presStyleCnt="3"/>
      <dgm:spPr/>
    </dgm:pt>
    <dgm:pt modelId="{741893C8-70D2-4859-AC94-87BE3B4DA3A6}" type="pres">
      <dgm:prSet presAssocID="{FD9104AA-2317-4F23-B33C-645D55A52B38}" presName="childShape" presStyleCnt="0"/>
      <dgm:spPr/>
    </dgm:pt>
    <dgm:pt modelId="{258F258F-CA97-41C3-B55E-17C2AC51393B}" type="pres">
      <dgm:prSet presAssocID="{71975BCA-EFB5-4524-A25A-B28FDEC3CADB}" presName="root" presStyleCnt="0"/>
      <dgm:spPr/>
    </dgm:pt>
    <dgm:pt modelId="{E78AC443-41A7-4DCF-89C0-1ECFC5B877B6}" type="pres">
      <dgm:prSet presAssocID="{71975BCA-EFB5-4524-A25A-B28FDEC3CADB}" presName="rootComposite" presStyleCnt="0"/>
      <dgm:spPr/>
    </dgm:pt>
    <dgm:pt modelId="{148FCC47-2ACA-4410-B894-5C9C3802B2F9}" type="pres">
      <dgm:prSet presAssocID="{71975BCA-EFB5-4524-A25A-B28FDEC3CADB}" presName="rootText" presStyleLbl="node1" presStyleIdx="1" presStyleCnt="3"/>
      <dgm:spPr/>
    </dgm:pt>
    <dgm:pt modelId="{D261789C-E1B2-48C1-8A39-78A1C67F4321}" type="pres">
      <dgm:prSet presAssocID="{71975BCA-EFB5-4524-A25A-B28FDEC3CADB}" presName="rootConnector" presStyleLbl="node1" presStyleIdx="1" presStyleCnt="3"/>
      <dgm:spPr/>
    </dgm:pt>
    <dgm:pt modelId="{A94FB867-374A-41AD-8829-ED0F2D42BB0F}" type="pres">
      <dgm:prSet presAssocID="{71975BCA-EFB5-4524-A25A-B28FDEC3CADB}" presName="childShape" presStyleCnt="0"/>
      <dgm:spPr/>
    </dgm:pt>
    <dgm:pt modelId="{D10D32CF-1AAC-4A28-A732-0509DDBA736A}" type="pres">
      <dgm:prSet presAssocID="{6A935420-C056-499F-84E6-C683129B46D7}" presName="root" presStyleCnt="0"/>
      <dgm:spPr/>
    </dgm:pt>
    <dgm:pt modelId="{4CFDD519-2701-40CF-95EB-B94022CCDC0F}" type="pres">
      <dgm:prSet presAssocID="{6A935420-C056-499F-84E6-C683129B46D7}" presName="rootComposite" presStyleCnt="0"/>
      <dgm:spPr/>
    </dgm:pt>
    <dgm:pt modelId="{F3C6A59B-EF38-4798-8044-85BC922E0A29}" type="pres">
      <dgm:prSet presAssocID="{6A935420-C056-499F-84E6-C683129B46D7}" presName="rootText" presStyleLbl="node1" presStyleIdx="2" presStyleCnt="3"/>
      <dgm:spPr/>
    </dgm:pt>
    <dgm:pt modelId="{1C5CD2A4-8B5B-4695-9D93-ED945DE921F7}" type="pres">
      <dgm:prSet presAssocID="{6A935420-C056-499F-84E6-C683129B46D7}" presName="rootConnector" presStyleLbl="node1" presStyleIdx="2" presStyleCnt="3"/>
      <dgm:spPr/>
    </dgm:pt>
    <dgm:pt modelId="{80E1E9B4-ECCD-4A9F-80B4-F0B5E53D7C27}" type="pres">
      <dgm:prSet presAssocID="{6A935420-C056-499F-84E6-C683129B46D7}" presName="childShape" presStyleCnt="0"/>
      <dgm:spPr/>
    </dgm:pt>
  </dgm:ptLst>
  <dgm:cxnLst>
    <dgm:cxn modelId="{7886D70C-F0D0-464D-8447-56F1DE9BCA01}" type="presOf" srcId="{6A935420-C056-499F-84E6-C683129B46D7}" destId="{F3C6A59B-EF38-4798-8044-85BC922E0A29}" srcOrd="0" destOrd="0" presId="urn:microsoft.com/office/officeart/2005/8/layout/hierarchy3"/>
    <dgm:cxn modelId="{793F6538-A810-4590-A32C-BF5750686F94}" type="presOf" srcId="{E448A032-93DB-4A97-998F-9AF4451D9631}" destId="{2D900E4D-7660-401B-BE70-BBE92917147B}" srcOrd="0" destOrd="0" presId="urn:microsoft.com/office/officeart/2005/8/layout/hierarchy3"/>
    <dgm:cxn modelId="{15BE615C-0886-4173-A27B-5DE5C1A3B186}" type="presOf" srcId="{6A935420-C056-499F-84E6-C683129B46D7}" destId="{1C5CD2A4-8B5B-4695-9D93-ED945DE921F7}" srcOrd="1" destOrd="0" presId="urn:microsoft.com/office/officeart/2005/8/layout/hierarchy3"/>
    <dgm:cxn modelId="{BB6D4A73-6CA8-4A65-B410-117E9F841515}" srcId="{E448A032-93DB-4A97-998F-9AF4451D9631}" destId="{71975BCA-EFB5-4524-A25A-B28FDEC3CADB}" srcOrd="1" destOrd="0" parTransId="{E53082E1-9EFF-4FF7-A5F9-260428E06F25}" sibTransId="{B46254D3-4191-43A8-BB81-1F96F45DC9AE}"/>
    <dgm:cxn modelId="{3090E4A1-3F5D-4718-A0B6-14161F59BF37}" type="presOf" srcId="{71975BCA-EFB5-4524-A25A-B28FDEC3CADB}" destId="{D261789C-E1B2-48C1-8A39-78A1C67F4321}" srcOrd="1" destOrd="0" presId="urn:microsoft.com/office/officeart/2005/8/layout/hierarchy3"/>
    <dgm:cxn modelId="{140ED1AD-BA90-48FB-93C3-CAFD8CE6CBE7}" srcId="{E448A032-93DB-4A97-998F-9AF4451D9631}" destId="{FD9104AA-2317-4F23-B33C-645D55A52B38}" srcOrd="0" destOrd="0" parTransId="{B15622EA-39F2-4A82-9E7D-2C1B0EFA9DAC}" sibTransId="{758BF8E1-75F6-4D3D-B3EE-724398B701A0}"/>
    <dgm:cxn modelId="{35F7B0CB-E947-43DB-B23E-3B4FC64FC533}" type="presOf" srcId="{FD9104AA-2317-4F23-B33C-645D55A52B38}" destId="{EC4E739A-CE6D-4404-9D4C-0F8EFEA682D1}" srcOrd="1" destOrd="0" presId="urn:microsoft.com/office/officeart/2005/8/layout/hierarchy3"/>
    <dgm:cxn modelId="{4BFDF9D8-5049-4902-AE4D-59354E2C8686}" type="presOf" srcId="{FD9104AA-2317-4F23-B33C-645D55A52B38}" destId="{9F9CCC70-D191-41E1-9521-2AF6C3E90BA8}" srcOrd="0" destOrd="0" presId="urn:microsoft.com/office/officeart/2005/8/layout/hierarchy3"/>
    <dgm:cxn modelId="{D9F116E3-10C5-4D0C-A8DC-C7630731E2BB}" srcId="{E448A032-93DB-4A97-998F-9AF4451D9631}" destId="{6A935420-C056-499F-84E6-C683129B46D7}" srcOrd="2" destOrd="0" parTransId="{93F9EB45-124C-4362-BC19-F904A0442293}" sibTransId="{249151A7-49C7-4A81-B8D9-FA2253AF1ECF}"/>
    <dgm:cxn modelId="{405DDDF5-FB88-4CC2-A5DF-520CA66C13F0}" type="presOf" srcId="{71975BCA-EFB5-4524-A25A-B28FDEC3CADB}" destId="{148FCC47-2ACA-4410-B894-5C9C3802B2F9}" srcOrd="0" destOrd="0" presId="urn:microsoft.com/office/officeart/2005/8/layout/hierarchy3"/>
    <dgm:cxn modelId="{94EA4845-E9B0-4B9D-85D4-EAD4BEC86FA3}" type="presParOf" srcId="{2D900E4D-7660-401B-BE70-BBE92917147B}" destId="{35079A01-1774-4F15-BAEE-6505D64CF31E}" srcOrd="0" destOrd="0" presId="urn:microsoft.com/office/officeart/2005/8/layout/hierarchy3"/>
    <dgm:cxn modelId="{49772F1A-8D4B-448C-85C3-87F94AD8A6F3}" type="presParOf" srcId="{35079A01-1774-4F15-BAEE-6505D64CF31E}" destId="{1B65251E-476E-4793-8E85-DD75C62F5FB2}" srcOrd="0" destOrd="0" presId="urn:microsoft.com/office/officeart/2005/8/layout/hierarchy3"/>
    <dgm:cxn modelId="{8E49E9C5-2FD9-423E-806E-EAF717A9FCED}" type="presParOf" srcId="{1B65251E-476E-4793-8E85-DD75C62F5FB2}" destId="{9F9CCC70-D191-41E1-9521-2AF6C3E90BA8}" srcOrd="0" destOrd="0" presId="urn:microsoft.com/office/officeart/2005/8/layout/hierarchy3"/>
    <dgm:cxn modelId="{B3A56067-1F6C-4BB6-B209-5D44290897B1}" type="presParOf" srcId="{1B65251E-476E-4793-8E85-DD75C62F5FB2}" destId="{EC4E739A-CE6D-4404-9D4C-0F8EFEA682D1}" srcOrd="1" destOrd="0" presId="urn:microsoft.com/office/officeart/2005/8/layout/hierarchy3"/>
    <dgm:cxn modelId="{E989A00F-98CD-4E14-85DA-068A91720C4C}" type="presParOf" srcId="{35079A01-1774-4F15-BAEE-6505D64CF31E}" destId="{741893C8-70D2-4859-AC94-87BE3B4DA3A6}" srcOrd="1" destOrd="0" presId="urn:microsoft.com/office/officeart/2005/8/layout/hierarchy3"/>
    <dgm:cxn modelId="{9943E07A-66EB-45FC-A719-716898122277}" type="presParOf" srcId="{2D900E4D-7660-401B-BE70-BBE92917147B}" destId="{258F258F-CA97-41C3-B55E-17C2AC51393B}" srcOrd="1" destOrd="0" presId="urn:microsoft.com/office/officeart/2005/8/layout/hierarchy3"/>
    <dgm:cxn modelId="{7834783B-FC9B-452E-BC53-3FAF56B2BFB6}" type="presParOf" srcId="{258F258F-CA97-41C3-B55E-17C2AC51393B}" destId="{E78AC443-41A7-4DCF-89C0-1ECFC5B877B6}" srcOrd="0" destOrd="0" presId="urn:microsoft.com/office/officeart/2005/8/layout/hierarchy3"/>
    <dgm:cxn modelId="{06E0FA82-5923-4DA9-8F85-C1424393FB27}" type="presParOf" srcId="{E78AC443-41A7-4DCF-89C0-1ECFC5B877B6}" destId="{148FCC47-2ACA-4410-B894-5C9C3802B2F9}" srcOrd="0" destOrd="0" presId="urn:microsoft.com/office/officeart/2005/8/layout/hierarchy3"/>
    <dgm:cxn modelId="{573BBD30-161A-4B53-8FD6-1C7B2AE94F8B}" type="presParOf" srcId="{E78AC443-41A7-4DCF-89C0-1ECFC5B877B6}" destId="{D261789C-E1B2-48C1-8A39-78A1C67F4321}" srcOrd="1" destOrd="0" presId="urn:microsoft.com/office/officeart/2005/8/layout/hierarchy3"/>
    <dgm:cxn modelId="{3990FD29-CD67-4A95-92CC-6EA18D764C1A}" type="presParOf" srcId="{258F258F-CA97-41C3-B55E-17C2AC51393B}" destId="{A94FB867-374A-41AD-8829-ED0F2D42BB0F}" srcOrd="1" destOrd="0" presId="urn:microsoft.com/office/officeart/2005/8/layout/hierarchy3"/>
    <dgm:cxn modelId="{37A7B6AD-7B0C-4602-B699-2FB5728AB81D}" type="presParOf" srcId="{2D900E4D-7660-401B-BE70-BBE92917147B}" destId="{D10D32CF-1AAC-4A28-A732-0509DDBA736A}" srcOrd="2" destOrd="0" presId="urn:microsoft.com/office/officeart/2005/8/layout/hierarchy3"/>
    <dgm:cxn modelId="{85B8726D-FCF5-4082-BB04-BFF691D99509}" type="presParOf" srcId="{D10D32CF-1AAC-4A28-A732-0509DDBA736A}" destId="{4CFDD519-2701-40CF-95EB-B94022CCDC0F}" srcOrd="0" destOrd="0" presId="urn:microsoft.com/office/officeart/2005/8/layout/hierarchy3"/>
    <dgm:cxn modelId="{5E59C770-6E44-4547-867D-6D2FFE4BFBD5}" type="presParOf" srcId="{4CFDD519-2701-40CF-95EB-B94022CCDC0F}" destId="{F3C6A59B-EF38-4798-8044-85BC922E0A29}" srcOrd="0" destOrd="0" presId="urn:microsoft.com/office/officeart/2005/8/layout/hierarchy3"/>
    <dgm:cxn modelId="{B95AC272-DBB1-4FF0-A6AC-F5DCB1593AD3}" type="presParOf" srcId="{4CFDD519-2701-40CF-95EB-B94022CCDC0F}" destId="{1C5CD2A4-8B5B-4695-9D93-ED945DE921F7}" srcOrd="1" destOrd="0" presId="urn:microsoft.com/office/officeart/2005/8/layout/hierarchy3"/>
    <dgm:cxn modelId="{E3775E0E-89EE-447A-9777-E7DB2AE41837}" type="presParOf" srcId="{D10D32CF-1AAC-4A28-A732-0509DDBA736A}" destId="{80E1E9B4-ECCD-4A9F-80B4-F0B5E53D7C27}" srcOrd="1" destOrd="0" presId="urn:microsoft.com/office/officeart/2005/8/layout/hierarchy3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6.xml><?xml version="1.0" encoding="utf-8"?>
<dgm:dataModel xmlns:dgm="http://schemas.openxmlformats.org/drawingml/2006/diagram" xmlns:a="http://schemas.openxmlformats.org/drawingml/2006/main">
  <dgm:ptLst>
    <dgm:pt modelId="{E3CE1918-3ECE-4663-9397-0DDE18C946DC}" type="doc">
      <dgm:prSet loTypeId="urn:microsoft.com/office/officeart/2005/8/layout/vProcess5" loCatId="process" qsTypeId="urn:microsoft.com/office/officeart/2005/8/quickstyle/simple1" qsCatId="simple" csTypeId="urn:microsoft.com/office/officeart/2005/8/colors/colorful2" csCatId="colorful"/>
      <dgm:spPr/>
      <dgm:t>
        <a:bodyPr/>
        <a:lstStyle/>
        <a:p>
          <a:endParaRPr lang="en-US"/>
        </a:p>
      </dgm:t>
    </dgm:pt>
    <dgm:pt modelId="{31E46814-23EE-4201-9097-9389C3474EE2}">
      <dgm:prSet/>
      <dgm:spPr/>
      <dgm:t>
        <a:bodyPr/>
        <a:lstStyle/>
        <a:p>
          <a:r>
            <a:rPr lang="en-US" b="0"/>
            <a:t>Procedurální generování</a:t>
          </a:r>
          <a:endParaRPr lang="en-US"/>
        </a:p>
      </dgm:t>
    </dgm:pt>
    <dgm:pt modelId="{1ED85414-B806-44F1-B998-4D5AFEFEEE4A}" type="parTrans" cxnId="{D0227FD0-0676-4A86-A56D-4381FD577489}">
      <dgm:prSet/>
      <dgm:spPr/>
      <dgm:t>
        <a:bodyPr/>
        <a:lstStyle/>
        <a:p>
          <a:endParaRPr lang="en-US"/>
        </a:p>
      </dgm:t>
    </dgm:pt>
    <dgm:pt modelId="{4241CDE7-BCB2-4897-A0CE-C5B21646163A}" type="sibTrans" cxnId="{D0227FD0-0676-4A86-A56D-4381FD577489}">
      <dgm:prSet/>
      <dgm:spPr/>
      <dgm:t>
        <a:bodyPr/>
        <a:lstStyle/>
        <a:p>
          <a:endParaRPr lang="en-US"/>
        </a:p>
      </dgm:t>
    </dgm:pt>
    <dgm:pt modelId="{4B84F42A-DB69-498B-A198-10E98F67B467}">
      <dgm:prSet/>
      <dgm:spPr/>
      <dgm:t>
        <a:bodyPr/>
        <a:lstStyle/>
        <a:p>
          <a:r>
            <a:rPr lang="en-US" b="0"/>
            <a:t>Chování nepřátel</a:t>
          </a:r>
          <a:endParaRPr lang="en-US"/>
        </a:p>
      </dgm:t>
    </dgm:pt>
    <dgm:pt modelId="{477DEDE5-130A-4DAF-83FD-770ACFD85250}" type="parTrans" cxnId="{EE9EEFCD-3B6D-46AE-8DC9-3D5883CE708C}">
      <dgm:prSet/>
      <dgm:spPr/>
      <dgm:t>
        <a:bodyPr/>
        <a:lstStyle/>
        <a:p>
          <a:endParaRPr lang="en-US"/>
        </a:p>
      </dgm:t>
    </dgm:pt>
    <dgm:pt modelId="{D9649504-615F-46E5-B063-6842D9A19230}" type="sibTrans" cxnId="{EE9EEFCD-3B6D-46AE-8DC9-3D5883CE708C}">
      <dgm:prSet/>
      <dgm:spPr/>
      <dgm:t>
        <a:bodyPr/>
        <a:lstStyle/>
        <a:p>
          <a:endParaRPr lang="en-US"/>
        </a:p>
      </dgm:t>
    </dgm:pt>
    <dgm:pt modelId="{08E91174-29AE-4D1D-903F-BCA2BFDBADFF}">
      <dgm:prSet/>
      <dgm:spPr/>
      <dgm:t>
        <a:bodyPr/>
        <a:lstStyle/>
        <a:p>
          <a:r>
            <a:rPr lang="en-US" b="0"/>
            <a:t>čistá náhoda není férová – přimíchání dynamiky pro vyrovnání férovosti</a:t>
          </a:r>
          <a:endParaRPr lang="en-US"/>
        </a:p>
      </dgm:t>
    </dgm:pt>
    <dgm:pt modelId="{80015A55-6D23-413F-B10D-12F60D4FB1B3}" type="parTrans" cxnId="{93318B82-AFD2-43F6-8CBC-D328F6D96D98}">
      <dgm:prSet/>
      <dgm:spPr/>
      <dgm:t>
        <a:bodyPr/>
        <a:lstStyle/>
        <a:p>
          <a:endParaRPr lang="en-US"/>
        </a:p>
      </dgm:t>
    </dgm:pt>
    <dgm:pt modelId="{399B812E-27CD-498F-9DFF-E3BC5D9B720B}" type="sibTrans" cxnId="{93318B82-AFD2-43F6-8CBC-D328F6D96D98}">
      <dgm:prSet/>
      <dgm:spPr/>
      <dgm:t>
        <a:bodyPr/>
        <a:lstStyle/>
        <a:p>
          <a:endParaRPr lang="en-US"/>
        </a:p>
      </dgm:t>
    </dgm:pt>
    <dgm:pt modelId="{CF8878C0-58A3-416A-A8EC-8E02073B1C8E}" type="pres">
      <dgm:prSet presAssocID="{E3CE1918-3ECE-4663-9397-0DDE18C946DC}" presName="outerComposite" presStyleCnt="0">
        <dgm:presLayoutVars>
          <dgm:chMax val="5"/>
          <dgm:dir/>
          <dgm:resizeHandles val="exact"/>
        </dgm:presLayoutVars>
      </dgm:prSet>
      <dgm:spPr/>
    </dgm:pt>
    <dgm:pt modelId="{2845788C-07F8-4FC1-BEE4-50871DC0623E}" type="pres">
      <dgm:prSet presAssocID="{E3CE1918-3ECE-4663-9397-0DDE18C946DC}" presName="dummyMaxCanvas" presStyleCnt="0">
        <dgm:presLayoutVars/>
      </dgm:prSet>
      <dgm:spPr/>
    </dgm:pt>
    <dgm:pt modelId="{3FBC33CE-7C70-46BD-9F5D-B27B250BAB02}" type="pres">
      <dgm:prSet presAssocID="{E3CE1918-3ECE-4663-9397-0DDE18C946DC}" presName="ThreeNodes_1" presStyleLbl="node1" presStyleIdx="0" presStyleCnt="3">
        <dgm:presLayoutVars>
          <dgm:bulletEnabled val="1"/>
        </dgm:presLayoutVars>
      </dgm:prSet>
      <dgm:spPr/>
    </dgm:pt>
    <dgm:pt modelId="{EAF8069C-2AD1-40FD-BCBE-07CFD238A230}" type="pres">
      <dgm:prSet presAssocID="{E3CE1918-3ECE-4663-9397-0DDE18C946DC}" presName="ThreeNodes_2" presStyleLbl="node1" presStyleIdx="1" presStyleCnt="3">
        <dgm:presLayoutVars>
          <dgm:bulletEnabled val="1"/>
        </dgm:presLayoutVars>
      </dgm:prSet>
      <dgm:spPr/>
    </dgm:pt>
    <dgm:pt modelId="{F46261F2-E384-4D20-BAD3-F4188C54B14F}" type="pres">
      <dgm:prSet presAssocID="{E3CE1918-3ECE-4663-9397-0DDE18C946DC}" presName="ThreeNodes_3" presStyleLbl="node1" presStyleIdx="2" presStyleCnt="3">
        <dgm:presLayoutVars>
          <dgm:bulletEnabled val="1"/>
        </dgm:presLayoutVars>
      </dgm:prSet>
      <dgm:spPr/>
    </dgm:pt>
    <dgm:pt modelId="{9C8E62F9-C148-4D3E-8EF2-97C68FAC9A66}" type="pres">
      <dgm:prSet presAssocID="{E3CE1918-3ECE-4663-9397-0DDE18C946DC}" presName="ThreeConn_1-2" presStyleLbl="fgAccFollowNode1" presStyleIdx="0" presStyleCnt="2">
        <dgm:presLayoutVars>
          <dgm:bulletEnabled val="1"/>
        </dgm:presLayoutVars>
      </dgm:prSet>
      <dgm:spPr/>
    </dgm:pt>
    <dgm:pt modelId="{81BC1423-223C-4BCF-994E-BF5E32A5E1E4}" type="pres">
      <dgm:prSet presAssocID="{E3CE1918-3ECE-4663-9397-0DDE18C946DC}" presName="ThreeConn_2-3" presStyleLbl="fgAccFollowNode1" presStyleIdx="1" presStyleCnt="2">
        <dgm:presLayoutVars>
          <dgm:bulletEnabled val="1"/>
        </dgm:presLayoutVars>
      </dgm:prSet>
      <dgm:spPr/>
    </dgm:pt>
    <dgm:pt modelId="{E736E791-603C-4258-B99D-4517C5B10AF4}" type="pres">
      <dgm:prSet presAssocID="{E3CE1918-3ECE-4663-9397-0DDE18C946DC}" presName="ThreeNodes_1_text" presStyleLbl="node1" presStyleIdx="2" presStyleCnt="3">
        <dgm:presLayoutVars>
          <dgm:bulletEnabled val="1"/>
        </dgm:presLayoutVars>
      </dgm:prSet>
      <dgm:spPr/>
    </dgm:pt>
    <dgm:pt modelId="{D3C47098-0EFC-4C12-B9D0-A52D9CFC5195}" type="pres">
      <dgm:prSet presAssocID="{E3CE1918-3ECE-4663-9397-0DDE18C946DC}" presName="ThreeNodes_2_text" presStyleLbl="node1" presStyleIdx="2" presStyleCnt="3">
        <dgm:presLayoutVars>
          <dgm:bulletEnabled val="1"/>
        </dgm:presLayoutVars>
      </dgm:prSet>
      <dgm:spPr/>
    </dgm:pt>
    <dgm:pt modelId="{D872EB3B-668F-4B72-BBAD-F6676651A0FA}" type="pres">
      <dgm:prSet presAssocID="{E3CE1918-3ECE-4663-9397-0DDE18C946DC}" presName="ThreeNodes_3_text" presStyleLbl="node1" presStyleIdx="2" presStyleCnt="3">
        <dgm:presLayoutVars>
          <dgm:bulletEnabled val="1"/>
        </dgm:presLayoutVars>
      </dgm:prSet>
      <dgm:spPr/>
    </dgm:pt>
  </dgm:ptLst>
  <dgm:cxnLst>
    <dgm:cxn modelId="{1231FF0A-BF7D-4B4D-AEC0-35B37B74D37D}" type="presOf" srcId="{31E46814-23EE-4201-9097-9389C3474EE2}" destId="{E736E791-603C-4258-B99D-4517C5B10AF4}" srcOrd="1" destOrd="0" presId="urn:microsoft.com/office/officeart/2005/8/layout/vProcess5"/>
    <dgm:cxn modelId="{E00BFD7E-7696-4446-885D-7E098B9FB06E}" type="presOf" srcId="{4B84F42A-DB69-498B-A198-10E98F67B467}" destId="{EAF8069C-2AD1-40FD-BCBE-07CFD238A230}" srcOrd="0" destOrd="0" presId="urn:microsoft.com/office/officeart/2005/8/layout/vProcess5"/>
    <dgm:cxn modelId="{93318B82-AFD2-43F6-8CBC-D328F6D96D98}" srcId="{E3CE1918-3ECE-4663-9397-0DDE18C946DC}" destId="{08E91174-29AE-4D1D-903F-BCA2BFDBADFF}" srcOrd="2" destOrd="0" parTransId="{80015A55-6D23-413F-B10D-12F60D4FB1B3}" sibTransId="{399B812E-27CD-498F-9DFF-E3BC5D9B720B}"/>
    <dgm:cxn modelId="{E4522E92-E07E-43F0-A1D8-80A01D31B3B0}" type="presOf" srcId="{31E46814-23EE-4201-9097-9389C3474EE2}" destId="{3FBC33CE-7C70-46BD-9F5D-B27B250BAB02}" srcOrd="0" destOrd="0" presId="urn:microsoft.com/office/officeart/2005/8/layout/vProcess5"/>
    <dgm:cxn modelId="{F4C090AA-F729-4107-8FE9-7D9EB1ECB6CC}" type="presOf" srcId="{4B84F42A-DB69-498B-A198-10E98F67B467}" destId="{D3C47098-0EFC-4C12-B9D0-A52D9CFC5195}" srcOrd="1" destOrd="0" presId="urn:microsoft.com/office/officeart/2005/8/layout/vProcess5"/>
    <dgm:cxn modelId="{7A13F2AE-52B7-400C-804B-043604198451}" type="presOf" srcId="{4241CDE7-BCB2-4897-A0CE-C5B21646163A}" destId="{9C8E62F9-C148-4D3E-8EF2-97C68FAC9A66}" srcOrd="0" destOrd="0" presId="urn:microsoft.com/office/officeart/2005/8/layout/vProcess5"/>
    <dgm:cxn modelId="{57EC7EBE-155B-4142-9A3C-4544A19A3D0E}" type="presOf" srcId="{D9649504-615F-46E5-B063-6842D9A19230}" destId="{81BC1423-223C-4BCF-994E-BF5E32A5E1E4}" srcOrd="0" destOrd="0" presId="urn:microsoft.com/office/officeart/2005/8/layout/vProcess5"/>
    <dgm:cxn modelId="{6136C5C8-A4E0-49B1-B16F-CCCC77793AB2}" type="presOf" srcId="{E3CE1918-3ECE-4663-9397-0DDE18C946DC}" destId="{CF8878C0-58A3-416A-A8EC-8E02073B1C8E}" srcOrd="0" destOrd="0" presId="urn:microsoft.com/office/officeart/2005/8/layout/vProcess5"/>
    <dgm:cxn modelId="{EE9EEFCD-3B6D-46AE-8DC9-3D5883CE708C}" srcId="{E3CE1918-3ECE-4663-9397-0DDE18C946DC}" destId="{4B84F42A-DB69-498B-A198-10E98F67B467}" srcOrd="1" destOrd="0" parTransId="{477DEDE5-130A-4DAF-83FD-770ACFD85250}" sibTransId="{D9649504-615F-46E5-B063-6842D9A19230}"/>
    <dgm:cxn modelId="{D0227FD0-0676-4A86-A56D-4381FD577489}" srcId="{E3CE1918-3ECE-4663-9397-0DDE18C946DC}" destId="{31E46814-23EE-4201-9097-9389C3474EE2}" srcOrd="0" destOrd="0" parTransId="{1ED85414-B806-44F1-B998-4D5AFEFEEE4A}" sibTransId="{4241CDE7-BCB2-4897-A0CE-C5B21646163A}"/>
    <dgm:cxn modelId="{EE0150D3-51E9-43E3-B189-B86E3AF2CD88}" type="presOf" srcId="{08E91174-29AE-4D1D-903F-BCA2BFDBADFF}" destId="{D872EB3B-668F-4B72-BBAD-F6676651A0FA}" srcOrd="1" destOrd="0" presId="urn:microsoft.com/office/officeart/2005/8/layout/vProcess5"/>
    <dgm:cxn modelId="{83ED6AE5-C548-4C56-845F-1C9419596AF5}" type="presOf" srcId="{08E91174-29AE-4D1D-903F-BCA2BFDBADFF}" destId="{F46261F2-E384-4D20-BAD3-F4188C54B14F}" srcOrd="0" destOrd="0" presId="urn:microsoft.com/office/officeart/2005/8/layout/vProcess5"/>
    <dgm:cxn modelId="{C30E9A64-25DE-4587-B39B-054C45B82849}" type="presParOf" srcId="{CF8878C0-58A3-416A-A8EC-8E02073B1C8E}" destId="{2845788C-07F8-4FC1-BEE4-50871DC0623E}" srcOrd="0" destOrd="0" presId="urn:microsoft.com/office/officeart/2005/8/layout/vProcess5"/>
    <dgm:cxn modelId="{E3B4F0A3-CE43-4C78-BC8E-0A848AE147A1}" type="presParOf" srcId="{CF8878C0-58A3-416A-A8EC-8E02073B1C8E}" destId="{3FBC33CE-7C70-46BD-9F5D-B27B250BAB02}" srcOrd="1" destOrd="0" presId="urn:microsoft.com/office/officeart/2005/8/layout/vProcess5"/>
    <dgm:cxn modelId="{35AC3F54-45B9-427E-A4E1-E8A8B2B7B642}" type="presParOf" srcId="{CF8878C0-58A3-416A-A8EC-8E02073B1C8E}" destId="{EAF8069C-2AD1-40FD-BCBE-07CFD238A230}" srcOrd="2" destOrd="0" presId="urn:microsoft.com/office/officeart/2005/8/layout/vProcess5"/>
    <dgm:cxn modelId="{A13A98D0-48E7-4EE1-9BE7-8505FD68BB18}" type="presParOf" srcId="{CF8878C0-58A3-416A-A8EC-8E02073B1C8E}" destId="{F46261F2-E384-4D20-BAD3-F4188C54B14F}" srcOrd="3" destOrd="0" presId="urn:microsoft.com/office/officeart/2005/8/layout/vProcess5"/>
    <dgm:cxn modelId="{7F838B89-9EED-45F7-86A7-5270429A9A8F}" type="presParOf" srcId="{CF8878C0-58A3-416A-A8EC-8E02073B1C8E}" destId="{9C8E62F9-C148-4D3E-8EF2-97C68FAC9A66}" srcOrd="4" destOrd="0" presId="urn:microsoft.com/office/officeart/2005/8/layout/vProcess5"/>
    <dgm:cxn modelId="{8FABE179-FED3-4AF0-80E2-FBA7E011DCCF}" type="presParOf" srcId="{CF8878C0-58A3-416A-A8EC-8E02073B1C8E}" destId="{81BC1423-223C-4BCF-994E-BF5E32A5E1E4}" srcOrd="5" destOrd="0" presId="urn:microsoft.com/office/officeart/2005/8/layout/vProcess5"/>
    <dgm:cxn modelId="{CC68CD3C-25A6-4DF0-9666-0D355E0F3AF5}" type="presParOf" srcId="{CF8878C0-58A3-416A-A8EC-8E02073B1C8E}" destId="{E736E791-603C-4258-B99D-4517C5B10AF4}" srcOrd="6" destOrd="0" presId="urn:microsoft.com/office/officeart/2005/8/layout/vProcess5"/>
    <dgm:cxn modelId="{5EE6298C-0172-4E49-B25D-10D14CC232E4}" type="presParOf" srcId="{CF8878C0-58A3-416A-A8EC-8E02073B1C8E}" destId="{D3C47098-0EFC-4C12-B9D0-A52D9CFC5195}" srcOrd="7" destOrd="0" presId="urn:microsoft.com/office/officeart/2005/8/layout/vProcess5"/>
    <dgm:cxn modelId="{06050B2B-13C7-47AD-A46E-13DA3D2CF7D6}" type="presParOf" srcId="{CF8878C0-58A3-416A-A8EC-8E02073B1C8E}" destId="{D872EB3B-668F-4B72-BBAD-F6676651A0FA}" srcOrd="8" destOrd="0" presId="urn:microsoft.com/office/officeart/2005/8/layout/vProcess5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7.xml><?xml version="1.0" encoding="utf-8"?>
<dgm:dataModel xmlns:dgm="http://schemas.openxmlformats.org/drawingml/2006/diagram" xmlns:a="http://schemas.openxmlformats.org/drawingml/2006/main">
  <dgm:ptLst>
    <dgm:pt modelId="{43C2597B-8F63-4929-BF40-E330D4AE0C79}" type="doc">
      <dgm:prSet loTypeId="urn:microsoft.com/office/officeart/2018/5/layout/IconLeafLabelList" loCatId="icon" qsTypeId="urn:microsoft.com/office/officeart/2005/8/quickstyle/simple1" qsCatId="simple" csTypeId="urn:microsoft.com/office/officeart/2018/5/colors/Iconchunking_coloredtext_colorful1" csCatId="colorful" phldr="1"/>
      <dgm:spPr/>
      <dgm:t>
        <a:bodyPr/>
        <a:lstStyle/>
        <a:p>
          <a:endParaRPr lang="en-US"/>
        </a:p>
      </dgm:t>
    </dgm:pt>
    <dgm:pt modelId="{58D64158-D10F-435F-A62A-6C502E408EA7}">
      <dgm:prSet/>
      <dgm:spPr/>
      <dgm:t>
        <a:bodyPr/>
        <a:lstStyle/>
        <a:p>
          <a:pPr>
            <a:defRPr cap="all"/>
          </a:pPr>
          <a:r>
            <a:rPr lang="en-US" b="0"/>
            <a:t>A/B testování</a:t>
          </a:r>
          <a:endParaRPr lang="en-US"/>
        </a:p>
      </dgm:t>
    </dgm:pt>
    <dgm:pt modelId="{FD820423-2AC8-4921-80E7-C99752218413}" type="parTrans" cxnId="{1FF232A0-C806-4711-AB1A-242379698669}">
      <dgm:prSet/>
      <dgm:spPr/>
      <dgm:t>
        <a:bodyPr/>
        <a:lstStyle/>
        <a:p>
          <a:endParaRPr lang="en-US"/>
        </a:p>
      </dgm:t>
    </dgm:pt>
    <dgm:pt modelId="{C2B0F009-F234-470A-9426-256FC4E7B266}" type="sibTrans" cxnId="{1FF232A0-C806-4711-AB1A-242379698669}">
      <dgm:prSet/>
      <dgm:spPr/>
      <dgm:t>
        <a:bodyPr/>
        <a:lstStyle/>
        <a:p>
          <a:endParaRPr lang="en-US"/>
        </a:p>
      </dgm:t>
    </dgm:pt>
    <dgm:pt modelId="{71400B0E-C83C-4225-ACD5-308B25345871}">
      <dgm:prSet/>
      <dgm:spPr/>
      <dgm:t>
        <a:bodyPr/>
        <a:lstStyle/>
        <a:p>
          <a:pPr>
            <a:defRPr cap="all"/>
          </a:pPr>
          <a:r>
            <a:rPr lang="en-US" b="0"/>
            <a:t>genetické algoritmy</a:t>
          </a:r>
          <a:endParaRPr lang="en-US"/>
        </a:p>
      </dgm:t>
    </dgm:pt>
    <dgm:pt modelId="{85ACCF68-7EC7-43BD-98D1-E7D9D04F2FCD}" type="parTrans" cxnId="{9189E0F9-C430-4896-84F3-9EE48FB8134D}">
      <dgm:prSet/>
      <dgm:spPr/>
      <dgm:t>
        <a:bodyPr/>
        <a:lstStyle/>
        <a:p>
          <a:endParaRPr lang="en-US"/>
        </a:p>
      </dgm:t>
    </dgm:pt>
    <dgm:pt modelId="{AD8E4049-47A8-4596-B0B2-9F83DD7DF385}" type="sibTrans" cxnId="{9189E0F9-C430-4896-84F3-9EE48FB8134D}">
      <dgm:prSet/>
      <dgm:spPr/>
      <dgm:t>
        <a:bodyPr/>
        <a:lstStyle/>
        <a:p>
          <a:endParaRPr lang="en-US"/>
        </a:p>
      </dgm:t>
    </dgm:pt>
    <dgm:pt modelId="{46844986-5932-48E4-8D03-29616445CDB4}">
      <dgm:prSet/>
      <dgm:spPr/>
      <dgm:t>
        <a:bodyPr/>
        <a:lstStyle/>
        <a:p>
          <a:pPr>
            <a:defRPr cap="all"/>
          </a:pPr>
          <a:r>
            <a:rPr lang="en-US" b="0"/>
            <a:t>simulované žíhání</a:t>
          </a:r>
          <a:endParaRPr lang="en-US"/>
        </a:p>
      </dgm:t>
    </dgm:pt>
    <dgm:pt modelId="{6524D74D-5CFB-4114-9F12-DC91A44EF0FC}" type="parTrans" cxnId="{762E6CAD-10B5-4003-9EE0-4CFEC89FCAB3}">
      <dgm:prSet/>
      <dgm:spPr/>
      <dgm:t>
        <a:bodyPr/>
        <a:lstStyle/>
        <a:p>
          <a:endParaRPr lang="en-US"/>
        </a:p>
      </dgm:t>
    </dgm:pt>
    <dgm:pt modelId="{10CC8285-C5B8-4AB5-9E2D-A52BEE393EE7}" type="sibTrans" cxnId="{762E6CAD-10B5-4003-9EE0-4CFEC89FCAB3}">
      <dgm:prSet/>
      <dgm:spPr/>
      <dgm:t>
        <a:bodyPr/>
        <a:lstStyle/>
        <a:p>
          <a:endParaRPr lang="en-US"/>
        </a:p>
      </dgm:t>
    </dgm:pt>
    <dgm:pt modelId="{71B22970-3D56-41F0-9B68-84A837E9673D}">
      <dgm:prSet/>
      <dgm:spPr/>
      <dgm:t>
        <a:bodyPr/>
        <a:lstStyle/>
        <a:p>
          <a:pPr>
            <a:defRPr cap="all"/>
          </a:pPr>
          <a:r>
            <a:rPr lang="en-US" b="0"/>
            <a:t>Optimalizace algoritmů</a:t>
          </a:r>
          <a:endParaRPr lang="en-US"/>
        </a:p>
      </dgm:t>
    </dgm:pt>
    <dgm:pt modelId="{40539AEF-9BC6-4851-956A-245481FCC876}" type="parTrans" cxnId="{98AC3082-39F3-44E1-81C0-97D9544001D3}">
      <dgm:prSet/>
      <dgm:spPr/>
      <dgm:t>
        <a:bodyPr/>
        <a:lstStyle/>
        <a:p>
          <a:endParaRPr lang="en-US"/>
        </a:p>
      </dgm:t>
    </dgm:pt>
    <dgm:pt modelId="{7D2D0FA2-4606-4A53-B68D-6485418AF216}" type="sibTrans" cxnId="{98AC3082-39F3-44E1-81C0-97D9544001D3}">
      <dgm:prSet/>
      <dgm:spPr/>
      <dgm:t>
        <a:bodyPr/>
        <a:lstStyle/>
        <a:p>
          <a:endParaRPr lang="en-US"/>
        </a:p>
      </dgm:t>
    </dgm:pt>
    <dgm:pt modelId="{D3D9CADE-9077-4F2D-9231-10422240810F}" type="pres">
      <dgm:prSet presAssocID="{43C2597B-8F63-4929-BF40-E330D4AE0C79}" presName="root" presStyleCnt="0">
        <dgm:presLayoutVars>
          <dgm:dir/>
          <dgm:resizeHandles val="exact"/>
        </dgm:presLayoutVars>
      </dgm:prSet>
      <dgm:spPr/>
    </dgm:pt>
    <dgm:pt modelId="{9191FC9A-FDE6-406B-9F6A-960C4D413BBB}" type="pres">
      <dgm:prSet presAssocID="{58D64158-D10F-435F-A62A-6C502E408EA7}" presName="compNode" presStyleCnt="0"/>
      <dgm:spPr/>
    </dgm:pt>
    <dgm:pt modelId="{3184A3A5-3898-4393-8E88-D2BB77D48B24}" type="pres">
      <dgm:prSet presAssocID="{58D64158-D10F-435F-A62A-6C502E408EA7}" presName="iconBgRect" presStyleLbl="bgShp" presStyleIdx="0" presStyleCnt="4"/>
      <dgm:spPr>
        <a:prstGeom prst="round2DiagRect">
          <a:avLst>
            <a:gd name="adj1" fmla="val 29727"/>
            <a:gd name="adj2" fmla="val 0"/>
          </a:avLst>
        </a:prstGeom>
      </dgm:spPr>
    </dgm:pt>
    <dgm:pt modelId="{1D0A9AB3-DFED-41DA-8954-389379D91C5D}" type="pres">
      <dgm:prSet presAssocID="{58D64158-D10F-435F-A62A-6C502E408EA7}" presName="iconRect" presStyleLbl="node1" presStyleIdx="0" presStyleCnt="4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Zaškrtnutí"/>
        </a:ext>
      </dgm:extLst>
    </dgm:pt>
    <dgm:pt modelId="{5397E38F-D310-4155-B154-FB78747EC33B}" type="pres">
      <dgm:prSet presAssocID="{58D64158-D10F-435F-A62A-6C502E408EA7}" presName="spaceRect" presStyleCnt="0"/>
      <dgm:spPr/>
    </dgm:pt>
    <dgm:pt modelId="{0AE82CCA-CA41-4D41-9D84-03E120D6A119}" type="pres">
      <dgm:prSet presAssocID="{58D64158-D10F-435F-A62A-6C502E408EA7}" presName="textRect" presStyleLbl="revTx" presStyleIdx="0" presStyleCnt="4">
        <dgm:presLayoutVars>
          <dgm:chMax val="1"/>
          <dgm:chPref val="1"/>
        </dgm:presLayoutVars>
      </dgm:prSet>
      <dgm:spPr/>
    </dgm:pt>
    <dgm:pt modelId="{77F882B1-572A-4254-A457-CCECAAB7728C}" type="pres">
      <dgm:prSet presAssocID="{C2B0F009-F234-470A-9426-256FC4E7B266}" presName="sibTrans" presStyleCnt="0"/>
      <dgm:spPr/>
    </dgm:pt>
    <dgm:pt modelId="{5DAED974-F89F-41DB-8269-1851B85D0886}" type="pres">
      <dgm:prSet presAssocID="{71400B0E-C83C-4225-ACD5-308B25345871}" presName="compNode" presStyleCnt="0"/>
      <dgm:spPr/>
    </dgm:pt>
    <dgm:pt modelId="{7D78DD81-64D8-4525-AC51-7D202E401E9E}" type="pres">
      <dgm:prSet presAssocID="{71400B0E-C83C-4225-ACD5-308B25345871}" presName="iconBgRect" presStyleLbl="bgShp" presStyleIdx="1" presStyleCnt="4"/>
      <dgm:spPr>
        <a:prstGeom prst="round2DiagRect">
          <a:avLst>
            <a:gd name="adj1" fmla="val 29727"/>
            <a:gd name="adj2" fmla="val 0"/>
          </a:avLst>
        </a:prstGeom>
      </dgm:spPr>
    </dgm:pt>
    <dgm:pt modelId="{AEB14800-B98B-42F5-9685-7713D0479313}" type="pres">
      <dgm:prSet presAssocID="{71400B0E-C83C-4225-ACD5-308B25345871}" presName="iconRect" presStyleLbl="node1" presStyleIdx="1" presStyleCnt="4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DNA"/>
        </a:ext>
      </dgm:extLst>
    </dgm:pt>
    <dgm:pt modelId="{B2BF456C-45F0-44B0-A84D-745A2B3192AB}" type="pres">
      <dgm:prSet presAssocID="{71400B0E-C83C-4225-ACD5-308B25345871}" presName="spaceRect" presStyleCnt="0"/>
      <dgm:spPr/>
    </dgm:pt>
    <dgm:pt modelId="{B05D0AD7-59DE-4ACD-A53D-318870B7A559}" type="pres">
      <dgm:prSet presAssocID="{71400B0E-C83C-4225-ACD5-308B25345871}" presName="textRect" presStyleLbl="revTx" presStyleIdx="1" presStyleCnt="4">
        <dgm:presLayoutVars>
          <dgm:chMax val="1"/>
          <dgm:chPref val="1"/>
        </dgm:presLayoutVars>
      </dgm:prSet>
      <dgm:spPr/>
    </dgm:pt>
    <dgm:pt modelId="{CDE611DF-62F5-41C5-9556-BC3FECCBB32C}" type="pres">
      <dgm:prSet presAssocID="{AD8E4049-47A8-4596-B0B2-9F83DD7DF385}" presName="sibTrans" presStyleCnt="0"/>
      <dgm:spPr/>
    </dgm:pt>
    <dgm:pt modelId="{FF5597A5-633B-4847-97D2-D54F47557A8D}" type="pres">
      <dgm:prSet presAssocID="{46844986-5932-48E4-8D03-29616445CDB4}" presName="compNode" presStyleCnt="0"/>
      <dgm:spPr/>
    </dgm:pt>
    <dgm:pt modelId="{F0929742-9B4D-4690-8061-D39AA9314627}" type="pres">
      <dgm:prSet presAssocID="{46844986-5932-48E4-8D03-29616445CDB4}" presName="iconBgRect" presStyleLbl="bgShp" presStyleIdx="2" presStyleCnt="4"/>
      <dgm:spPr>
        <a:prstGeom prst="round2DiagRect">
          <a:avLst>
            <a:gd name="adj1" fmla="val 29727"/>
            <a:gd name="adj2" fmla="val 0"/>
          </a:avLst>
        </a:prstGeom>
      </dgm:spPr>
    </dgm:pt>
    <dgm:pt modelId="{947D9523-9883-420D-8764-8592F4885F13}" type="pres">
      <dgm:prSet presAssocID="{46844986-5932-48E4-8D03-29616445CDB4}" presName="iconRect" presStyleLbl="node1" presStyleIdx="2" presStyleCnt="4"/>
      <dgm:spPr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Baňka"/>
        </a:ext>
      </dgm:extLst>
    </dgm:pt>
    <dgm:pt modelId="{887111DD-BF2B-41E1-A285-D52D48CB36C8}" type="pres">
      <dgm:prSet presAssocID="{46844986-5932-48E4-8D03-29616445CDB4}" presName="spaceRect" presStyleCnt="0"/>
      <dgm:spPr/>
    </dgm:pt>
    <dgm:pt modelId="{6F2F81CC-68B7-4E19-AD69-F91A21BEB7A7}" type="pres">
      <dgm:prSet presAssocID="{46844986-5932-48E4-8D03-29616445CDB4}" presName="textRect" presStyleLbl="revTx" presStyleIdx="2" presStyleCnt="4">
        <dgm:presLayoutVars>
          <dgm:chMax val="1"/>
          <dgm:chPref val="1"/>
        </dgm:presLayoutVars>
      </dgm:prSet>
      <dgm:spPr/>
    </dgm:pt>
    <dgm:pt modelId="{715CDD75-ED7C-400B-B08B-96F0FA775591}" type="pres">
      <dgm:prSet presAssocID="{10CC8285-C5B8-4AB5-9E2D-A52BEE393EE7}" presName="sibTrans" presStyleCnt="0"/>
      <dgm:spPr/>
    </dgm:pt>
    <dgm:pt modelId="{C4E405F3-1478-4846-848B-D9DE5AAA22F8}" type="pres">
      <dgm:prSet presAssocID="{71B22970-3D56-41F0-9B68-84A837E9673D}" presName="compNode" presStyleCnt="0"/>
      <dgm:spPr/>
    </dgm:pt>
    <dgm:pt modelId="{96176267-A180-4CAB-85EF-239722A55C95}" type="pres">
      <dgm:prSet presAssocID="{71B22970-3D56-41F0-9B68-84A837E9673D}" presName="iconBgRect" presStyleLbl="bgShp" presStyleIdx="3" presStyleCnt="4"/>
      <dgm:spPr>
        <a:prstGeom prst="round2DiagRect">
          <a:avLst>
            <a:gd name="adj1" fmla="val 29727"/>
            <a:gd name="adj2" fmla="val 0"/>
          </a:avLst>
        </a:prstGeom>
      </dgm:spPr>
    </dgm:pt>
    <dgm:pt modelId="{11B76216-FAFB-45BA-85D9-89296A298302}" type="pres">
      <dgm:prSet presAssocID="{71B22970-3D56-41F0-9B68-84A837E9673D}" presName="iconRect" presStyleLbl="node1" presStyleIdx="3" presStyleCnt="4"/>
      <dgm:spPr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Ozubená kola"/>
        </a:ext>
      </dgm:extLst>
    </dgm:pt>
    <dgm:pt modelId="{77ABCAD7-A783-4D0B-B2AB-573665E41A5C}" type="pres">
      <dgm:prSet presAssocID="{71B22970-3D56-41F0-9B68-84A837E9673D}" presName="spaceRect" presStyleCnt="0"/>
      <dgm:spPr/>
    </dgm:pt>
    <dgm:pt modelId="{8A21B358-F911-4BC2-92C6-021AC6D5E560}" type="pres">
      <dgm:prSet presAssocID="{71B22970-3D56-41F0-9B68-84A837E9673D}" presName="textRect" presStyleLbl="revTx" presStyleIdx="3" presStyleCnt="4">
        <dgm:presLayoutVars>
          <dgm:chMax val="1"/>
          <dgm:chPref val="1"/>
        </dgm:presLayoutVars>
      </dgm:prSet>
      <dgm:spPr/>
    </dgm:pt>
  </dgm:ptLst>
  <dgm:cxnLst>
    <dgm:cxn modelId="{BF280505-5D91-418E-A0B8-730D8D2C5BCF}" type="presOf" srcId="{71B22970-3D56-41F0-9B68-84A837E9673D}" destId="{8A21B358-F911-4BC2-92C6-021AC6D5E560}" srcOrd="0" destOrd="0" presId="urn:microsoft.com/office/officeart/2018/5/layout/IconLeafLabelList"/>
    <dgm:cxn modelId="{4480C856-8341-4AAF-BD7D-187FE49D0363}" type="presOf" srcId="{43C2597B-8F63-4929-BF40-E330D4AE0C79}" destId="{D3D9CADE-9077-4F2D-9231-10422240810F}" srcOrd="0" destOrd="0" presId="urn:microsoft.com/office/officeart/2018/5/layout/IconLeafLabelList"/>
    <dgm:cxn modelId="{98AC3082-39F3-44E1-81C0-97D9544001D3}" srcId="{43C2597B-8F63-4929-BF40-E330D4AE0C79}" destId="{71B22970-3D56-41F0-9B68-84A837E9673D}" srcOrd="3" destOrd="0" parTransId="{40539AEF-9BC6-4851-956A-245481FCC876}" sibTransId="{7D2D0FA2-4606-4A53-B68D-6485418AF216}"/>
    <dgm:cxn modelId="{1A08738A-71CC-4901-97F0-A472B057305D}" type="presOf" srcId="{46844986-5932-48E4-8D03-29616445CDB4}" destId="{6F2F81CC-68B7-4E19-AD69-F91A21BEB7A7}" srcOrd="0" destOrd="0" presId="urn:microsoft.com/office/officeart/2018/5/layout/IconLeafLabelList"/>
    <dgm:cxn modelId="{5676ED92-BA12-4D91-A5C3-0B9808DC7756}" type="presOf" srcId="{71400B0E-C83C-4225-ACD5-308B25345871}" destId="{B05D0AD7-59DE-4ACD-A53D-318870B7A559}" srcOrd="0" destOrd="0" presId="urn:microsoft.com/office/officeart/2018/5/layout/IconLeafLabelList"/>
    <dgm:cxn modelId="{1FF232A0-C806-4711-AB1A-242379698669}" srcId="{43C2597B-8F63-4929-BF40-E330D4AE0C79}" destId="{58D64158-D10F-435F-A62A-6C502E408EA7}" srcOrd="0" destOrd="0" parTransId="{FD820423-2AC8-4921-80E7-C99752218413}" sibTransId="{C2B0F009-F234-470A-9426-256FC4E7B266}"/>
    <dgm:cxn modelId="{762E6CAD-10B5-4003-9EE0-4CFEC89FCAB3}" srcId="{43C2597B-8F63-4929-BF40-E330D4AE0C79}" destId="{46844986-5932-48E4-8D03-29616445CDB4}" srcOrd="2" destOrd="0" parTransId="{6524D74D-5CFB-4114-9F12-DC91A44EF0FC}" sibTransId="{10CC8285-C5B8-4AB5-9E2D-A52BEE393EE7}"/>
    <dgm:cxn modelId="{6AA8B1EA-99EA-4BD8-95AC-87D456D0C2E8}" type="presOf" srcId="{58D64158-D10F-435F-A62A-6C502E408EA7}" destId="{0AE82CCA-CA41-4D41-9D84-03E120D6A119}" srcOrd="0" destOrd="0" presId="urn:microsoft.com/office/officeart/2018/5/layout/IconLeafLabelList"/>
    <dgm:cxn modelId="{9189E0F9-C430-4896-84F3-9EE48FB8134D}" srcId="{43C2597B-8F63-4929-BF40-E330D4AE0C79}" destId="{71400B0E-C83C-4225-ACD5-308B25345871}" srcOrd="1" destOrd="0" parTransId="{85ACCF68-7EC7-43BD-98D1-E7D9D04F2FCD}" sibTransId="{AD8E4049-47A8-4596-B0B2-9F83DD7DF385}"/>
    <dgm:cxn modelId="{7DD848F3-628A-44D3-820A-E73058DBDD51}" type="presParOf" srcId="{D3D9CADE-9077-4F2D-9231-10422240810F}" destId="{9191FC9A-FDE6-406B-9F6A-960C4D413BBB}" srcOrd="0" destOrd="0" presId="urn:microsoft.com/office/officeart/2018/5/layout/IconLeafLabelList"/>
    <dgm:cxn modelId="{751449AC-A3E9-4213-9074-B1DBE840C409}" type="presParOf" srcId="{9191FC9A-FDE6-406B-9F6A-960C4D413BBB}" destId="{3184A3A5-3898-4393-8E88-D2BB77D48B24}" srcOrd="0" destOrd="0" presId="urn:microsoft.com/office/officeart/2018/5/layout/IconLeafLabelList"/>
    <dgm:cxn modelId="{CFA8D711-C9E2-4D8A-8376-236A7D377C07}" type="presParOf" srcId="{9191FC9A-FDE6-406B-9F6A-960C4D413BBB}" destId="{1D0A9AB3-DFED-41DA-8954-389379D91C5D}" srcOrd="1" destOrd="0" presId="urn:microsoft.com/office/officeart/2018/5/layout/IconLeafLabelList"/>
    <dgm:cxn modelId="{31751310-2E60-43A6-97FA-51255C85F4AA}" type="presParOf" srcId="{9191FC9A-FDE6-406B-9F6A-960C4D413BBB}" destId="{5397E38F-D310-4155-B154-FB78747EC33B}" srcOrd="2" destOrd="0" presId="urn:microsoft.com/office/officeart/2018/5/layout/IconLeafLabelList"/>
    <dgm:cxn modelId="{CFF66049-650D-430C-9D73-461CEE677F14}" type="presParOf" srcId="{9191FC9A-FDE6-406B-9F6A-960C4D413BBB}" destId="{0AE82CCA-CA41-4D41-9D84-03E120D6A119}" srcOrd="3" destOrd="0" presId="urn:microsoft.com/office/officeart/2018/5/layout/IconLeafLabelList"/>
    <dgm:cxn modelId="{327334E2-7DBF-408F-93B2-66B0DEC62561}" type="presParOf" srcId="{D3D9CADE-9077-4F2D-9231-10422240810F}" destId="{77F882B1-572A-4254-A457-CCECAAB7728C}" srcOrd="1" destOrd="0" presId="urn:microsoft.com/office/officeart/2018/5/layout/IconLeafLabelList"/>
    <dgm:cxn modelId="{95A28786-8634-4EB2-9108-60FB76CC8853}" type="presParOf" srcId="{D3D9CADE-9077-4F2D-9231-10422240810F}" destId="{5DAED974-F89F-41DB-8269-1851B85D0886}" srcOrd="2" destOrd="0" presId="urn:microsoft.com/office/officeart/2018/5/layout/IconLeafLabelList"/>
    <dgm:cxn modelId="{4CB799AE-64E7-4946-A71F-45C03DF08FC6}" type="presParOf" srcId="{5DAED974-F89F-41DB-8269-1851B85D0886}" destId="{7D78DD81-64D8-4525-AC51-7D202E401E9E}" srcOrd="0" destOrd="0" presId="urn:microsoft.com/office/officeart/2018/5/layout/IconLeafLabelList"/>
    <dgm:cxn modelId="{B7BD9057-AA66-4325-B909-F446FA3B7076}" type="presParOf" srcId="{5DAED974-F89F-41DB-8269-1851B85D0886}" destId="{AEB14800-B98B-42F5-9685-7713D0479313}" srcOrd="1" destOrd="0" presId="urn:microsoft.com/office/officeart/2018/5/layout/IconLeafLabelList"/>
    <dgm:cxn modelId="{94AFF4C3-23BC-434E-B319-01CA6D4F658C}" type="presParOf" srcId="{5DAED974-F89F-41DB-8269-1851B85D0886}" destId="{B2BF456C-45F0-44B0-A84D-745A2B3192AB}" srcOrd="2" destOrd="0" presId="urn:microsoft.com/office/officeart/2018/5/layout/IconLeafLabelList"/>
    <dgm:cxn modelId="{591E4EF9-CD28-4349-BD10-F16748EE99B4}" type="presParOf" srcId="{5DAED974-F89F-41DB-8269-1851B85D0886}" destId="{B05D0AD7-59DE-4ACD-A53D-318870B7A559}" srcOrd="3" destOrd="0" presId="urn:microsoft.com/office/officeart/2018/5/layout/IconLeafLabelList"/>
    <dgm:cxn modelId="{CED74004-4743-490C-A651-14B454A29523}" type="presParOf" srcId="{D3D9CADE-9077-4F2D-9231-10422240810F}" destId="{CDE611DF-62F5-41C5-9556-BC3FECCBB32C}" srcOrd="3" destOrd="0" presId="urn:microsoft.com/office/officeart/2018/5/layout/IconLeafLabelList"/>
    <dgm:cxn modelId="{864CC33C-BDA2-4AF6-B220-13DD1F8FD6E9}" type="presParOf" srcId="{D3D9CADE-9077-4F2D-9231-10422240810F}" destId="{FF5597A5-633B-4847-97D2-D54F47557A8D}" srcOrd="4" destOrd="0" presId="urn:microsoft.com/office/officeart/2018/5/layout/IconLeafLabelList"/>
    <dgm:cxn modelId="{9979E9A0-F97E-4D4E-A0CF-686E75742047}" type="presParOf" srcId="{FF5597A5-633B-4847-97D2-D54F47557A8D}" destId="{F0929742-9B4D-4690-8061-D39AA9314627}" srcOrd="0" destOrd="0" presId="urn:microsoft.com/office/officeart/2018/5/layout/IconLeafLabelList"/>
    <dgm:cxn modelId="{FE7CF9E2-F313-4409-85A6-1DA7E01949DC}" type="presParOf" srcId="{FF5597A5-633B-4847-97D2-D54F47557A8D}" destId="{947D9523-9883-420D-8764-8592F4885F13}" srcOrd="1" destOrd="0" presId="urn:microsoft.com/office/officeart/2018/5/layout/IconLeafLabelList"/>
    <dgm:cxn modelId="{371D63AA-3233-4281-9DA9-278B4E3A7D44}" type="presParOf" srcId="{FF5597A5-633B-4847-97D2-D54F47557A8D}" destId="{887111DD-BF2B-41E1-A285-D52D48CB36C8}" srcOrd="2" destOrd="0" presId="urn:microsoft.com/office/officeart/2018/5/layout/IconLeafLabelList"/>
    <dgm:cxn modelId="{C8393ED0-1DC0-4148-BAE8-7ADE5FEDCF9A}" type="presParOf" srcId="{FF5597A5-633B-4847-97D2-D54F47557A8D}" destId="{6F2F81CC-68B7-4E19-AD69-F91A21BEB7A7}" srcOrd="3" destOrd="0" presId="urn:microsoft.com/office/officeart/2018/5/layout/IconLeafLabelList"/>
    <dgm:cxn modelId="{72C21724-2287-413A-94A8-26436A916F19}" type="presParOf" srcId="{D3D9CADE-9077-4F2D-9231-10422240810F}" destId="{715CDD75-ED7C-400B-B08B-96F0FA775591}" srcOrd="5" destOrd="0" presId="urn:microsoft.com/office/officeart/2018/5/layout/IconLeafLabelList"/>
    <dgm:cxn modelId="{4E634791-2E89-4862-8955-789F8D086088}" type="presParOf" srcId="{D3D9CADE-9077-4F2D-9231-10422240810F}" destId="{C4E405F3-1478-4846-848B-D9DE5AAA22F8}" srcOrd="6" destOrd="0" presId="urn:microsoft.com/office/officeart/2018/5/layout/IconLeafLabelList"/>
    <dgm:cxn modelId="{43102F82-1249-4D47-BC0C-6FA1973E5AD4}" type="presParOf" srcId="{C4E405F3-1478-4846-848B-D9DE5AAA22F8}" destId="{96176267-A180-4CAB-85EF-239722A55C95}" srcOrd="0" destOrd="0" presId="urn:microsoft.com/office/officeart/2018/5/layout/IconLeafLabelList"/>
    <dgm:cxn modelId="{70AB71CE-5579-4C5A-BD61-37B2BE4B490F}" type="presParOf" srcId="{C4E405F3-1478-4846-848B-D9DE5AAA22F8}" destId="{11B76216-FAFB-45BA-85D9-89296A298302}" srcOrd="1" destOrd="0" presId="urn:microsoft.com/office/officeart/2018/5/layout/IconLeafLabelList"/>
    <dgm:cxn modelId="{1B7E1C09-7F79-4B04-8E78-FF25D625854F}" type="presParOf" srcId="{C4E405F3-1478-4846-848B-D9DE5AAA22F8}" destId="{77ABCAD7-A783-4D0B-B2AB-573665E41A5C}" srcOrd="2" destOrd="0" presId="urn:microsoft.com/office/officeart/2018/5/layout/IconLeafLabelList"/>
    <dgm:cxn modelId="{C80D39CF-37F1-43C0-AA28-CBD2B2A376D3}" type="presParOf" srcId="{C4E405F3-1478-4846-848B-D9DE5AAA22F8}" destId="{8A21B358-F911-4BC2-92C6-021AC6D5E560}" srcOrd="3" destOrd="0" presId="urn:microsoft.com/office/officeart/2018/5/layout/IconLeafLabelList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8.xml><?xml version="1.0" encoding="utf-8"?>
<dgm:dataModel xmlns:dgm="http://schemas.openxmlformats.org/drawingml/2006/diagram" xmlns:a="http://schemas.openxmlformats.org/drawingml/2006/main">
  <dgm:ptLst>
    <dgm:pt modelId="{792EDCAB-D2C7-4F01-8B4B-84FD3EAE9311}" type="doc">
      <dgm:prSet loTypeId="urn:microsoft.com/office/officeart/2018/5/layout/IconCircleLabelList" loCatId="icon" qsTypeId="urn:microsoft.com/office/officeart/2005/8/quickstyle/simple1" qsCatId="simple" csTypeId="urn:microsoft.com/office/officeart/2018/5/colors/Iconchunking_coloredtext_colorful1" csCatId="colorful" phldr="1"/>
      <dgm:spPr/>
      <dgm:t>
        <a:bodyPr/>
        <a:lstStyle/>
        <a:p>
          <a:endParaRPr lang="en-US"/>
        </a:p>
      </dgm:t>
    </dgm:pt>
    <dgm:pt modelId="{1AA5D789-6271-434F-96E5-68D04F43FA48}">
      <dgm:prSet/>
      <dgm:spPr/>
      <dgm:t>
        <a:bodyPr/>
        <a:lstStyle/>
        <a:p>
          <a:pPr>
            <a:defRPr cap="all"/>
          </a:pPr>
          <a:r>
            <a:rPr lang="en-US" b="1" dirty="0" err="1"/>
            <a:t>Lidé</a:t>
          </a:r>
          <a:r>
            <a:rPr lang="en-US" b="1" dirty="0"/>
            <a:t> </a:t>
          </a:r>
          <a:r>
            <a:rPr lang="en-US" b="1" dirty="0" err="1"/>
            <a:t>přirozeně</a:t>
          </a:r>
          <a:r>
            <a:rPr lang="en-US" b="1" dirty="0"/>
            <a:t> </a:t>
          </a:r>
          <a:r>
            <a:rPr lang="en-US" b="1" dirty="0" err="1"/>
            <a:t>vidí</a:t>
          </a:r>
          <a:r>
            <a:rPr lang="en-US" b="1" dirty="0"/>
            <a:t> </a:t>
          </a:r>
          <a:r>
            <a:rPr lang="en-US" b="1" dirty="0" err="1"/>
            <a:t>vzorce</a:t>
          </a:r>
          <a:r>
            <a:rPr lang="en-US" b="1" dirty="0"/>
            <a:t> v </a:t>
          </a:r>
          <a:r>
            <a:rPr lang="en-US" b="1" dirty="0" err="1"/>
            <a:t>chaosu</a:t>
          </a:r>
          <a:r>
            <a:rPr lang="en-US" b="1" dirty="0"/>
            <a:t> (Gambler's Fallacy)</a:t>
          </a:r>
        </a:p>
      </dgm:t>
    </dgm:pt>
    <dgm:pt modelId="{049B3DFC-AD4D-40FF-8978-4D6F4DFBE651}" type="parTrans" cxnId="{829DB8F9-7B08-496E-A721-3A504691E527}">
      <dgm:prSet/>
      <dgm:spPr/>
      <dgm:t>
        <a:bodyPr/>
        <a:lstStyle/>
        <a:p>
          <a:endParaRPr lang="en-US"/>
        </a:p>
      </dgm:t>
    </dgm:pt>
    <dgm:pt modelId="{AF114C28-5CE1-4058-913E-ACDECFA0C740}" type="sibTrans" cxnId="{829DB8F9-7B08-496E-A721-3A504691E527}">
      <dgm:prSet/>
      <dgm:spPr/>
      <dgm:t>
        <a:bodyPr/>
        <a:lstStyle/>
        <a:p>
          <a:endParaRPr lang="en-US"/>
        </a:p>
      </dgm:t>
    </dgm:pt>
    <dgm:pt modelId="{6B9E4FF2-6CB9-43D8-AF95-154D7FBABF7A}">
      <dgm:prSet/>
      <dgm:spPr/>
      <dgm:t>
        <a:bodyPr/>
        <a:lstStyle/>
        <a:p>
          <a:pPr>
            <a:defRPr cap="all"/>
          </a:pPr>
          <a:r>
            <a:rPr lang="en-US" b="1" dirty="0"/>
            <a:t>Spotify Shuffle: </a:t>
          </a:r>
          <a:r>
            <a:rPr lang="en-US" b="1" dirty="0" err="1"/>
            <a:t>Proč</a:t>
          </a:r>
          <a:r>
            <a:rPr lang="en-US" b="1" dirty="0"/>
            <a:t> '</a:t>
          </a:r>
          <a:r>
            <a:rPr lang="en-US" b="1" dirty="0" err="1"/>
            <a:t>skutečná</a:t>
          </a:r>
          <a:r>
            <a:rPr lang="en-US" b="1" dirty="0"/>
            <a:t>' </a:t>
          </a:r>
          <a:r>
            <a:rPr lang="en-US" b="1" dirty="0" err="1"/>
            <a:t>náhoda</a:t>
          </a:r>
          <a:r>
            <a:rPr lang="en-US" b="1" dirty="0"/>
            <a:t> </a:t>
          </a:r>
          <a:r>
            <a:rPr lang="en-US" b="1" dirty="0" err="1"/>
            <a:t>zní</a:t>
          </a:r>
          <a:r>
            <a:rPr lang="en-US" b="1" dirty="0"/>
            <a:t> </a:t>
          </a:r>
          <a:r>
            <a:rPr lang="en-US" b="1" dirty="0" err="1"/>
            <a:t>lidem</a:t>
          </a:r>
          <a:r>
            <a:rPr lang="en-US" b="1" dirty="0"/>
            <a:t> </a:t>
          </a:r>
          <a:r>
            <a:rPr lang="en-US" b="1" dirty="0" err="1"/>
            <a:t>chybně</a:t>
          </a:r>
          <a:r>
            <a:rPr lang="en-US" b="1" dirty="0"/>
            <a:t>?</a:t>
          </a:r>
        </a:p>
      </dgm:t>
    </dgm:pt>
    <dgm:pt modelId="{DDBEF153-F241-4D1D-A4AE-1C67C41AE0D3}" type="parTrans" cxnId="{3EDBE6C0-4906-4237-8FAC-B647CC42BFF3}">
      <dgm:prSet/>
      <dgm:spPr/>
      <dgm:t>
        <a:bodyPr/>
        <a:lstStyle/>
        <a:p>
          <a:endParaRPr lang="en-US"/>
        </a:p>
      </dgm:t>
    </dgm:pt>
    <dgm:pt modelId="{EB008FED-FB5C-4DCE-99A6-8C01F6B5E98B}" type="sibTrans" cxnId="{3EDBE6C0-4906-4237-8FAC-B647CC42BFF3}">
      <dgm:prSet/>
      <dgm:spPr/>
      <dgm:t>
        <a:bodyPr/>
        <a:lstStyle/>
        <a:p>
          <a:endParaRPr lang="en-US"/>
        </a:p>
      </dgm:t>
    </dgm:pt>
    <dgm:pt modelId="{0A86E2BF-258A-41E3-9717-609CC8E17AB5}">
      <dgm:prSet/>
      <dgm:spPr/>
      <dgm:t>
        <a:bodyPr/>
        <a:lstStyle/>
        <a:p>
          <a:pPr>
            <a:defRPr cap="all"/>
          </a:pPr>
          <a:r>
            <a:rPr lang="en-US" b="1" dirty="0" err="1"/>
            <a:t>Algoritmy</a:t>
          </a:r>
          <a:r>
            <a:rPr lang="en-US" b="1" dirty="0"/>
            <a:t> se </a:t>
          </a:r>
          <a:r>
            <a:rPr lang="en-US" b="1" dirty="0" err="1"/>
            <a:t>upravují</a:t>
          </a:r>
          <a:r>
            <a:rPr lang="en-US" b="1" dirty="0"/>
            <a:t>, aby </a:t>
          </a:r>
          <a:r>
            <a:rPr lang="en-US" b="1" dirty="0" err="1"/>
            <a:t>vypadaly</a:t>
          </a:r>
          <a:r>
            <a:rPr lang="en-US" b="1" dirty="0"/>
            <a:t> '</a:t>
          </a:r>
          <a:r>
            <a:rPr lang="en-US" b="1" dirty="0" err="1"/>
            <a:t>víc</a:t>
          </a:r>
          <a:r>
            <a:rPr lang="en-US" b="1" dirty="0"/>
            <a:t> </a:t>
          </a:r>
          <a:r>
            <a:rPr lang="en-US" b="1" dirty="0" err="1"/>
            <a:t>náhodně</a:t>
          </a:r>
          <a:r>
            <a:rPr lang="en-US" b="1" dirty="0"/>
            <a:t>' </a:t>
          </a:r>
          <a:r>
            <a:rPr lang="en-US" b="1" dirty="0" err="1"/>
            <a:t>tím</a:t>
          </a:r>
          <a:r>
            <a:rPr lang="en-US" b="1" dirty="0"/>
            <a:t>, </a:t>
          </a:r>
          <a:r>
            <a:rPr lang="en-US" b="1" dirty="0" err="1"/>
            <a:t>že</a:t>
          </a:r>
          <a:r>
            <a:rPr lang="en-US" b="1" dirty="0"/>
            <a:t> </a:t>
          </a:r>
          <a:r>
            <a:rPr lang="en-US" b="1" dirty="0" err="1"/>
            <a:t>náhodu</a:t>
          </a:r>
          <a:r>
            <a:rPr lang="en-US" b="1" dirty="0"/>
            <a:t> </a:t>
          </a:r>
          <a:r>
            <a:rPr lang="en-US" b="1" dirty="0" err="1"/>
            <a:t>omezí</a:t>
          </a:r>
          <a:r>
            <a:rPr lang="en-US" b="1" dirty="0"/>
            <a:t>.</a:t>
          </a:r>
        </a:p>
      </dgm:t>
    </dgm:pt>
    <dgm:pt modelId="{F4A6FD12-37C7-4D11-845F-50695B24C59F}" type="parTrans" cxnId="{11A17D92-6695-419E-9A16-8B26F7058719}">
      <dgm:prSet/>
      <dgm:spPr/>
      <dgm:t>
        <a:bodyPr/>
        <a:lstStyle/>
        <a:p>
          <a:endParaRPr lang="en-US"/>
        </a:p>
      </dgm:t>
    </dgm:pt>
    <dgm:pt modelId="{4E825B4D-32AF-4D4B-8136-17F096452A05}" type="sibTrans" cxnId="{11A17D92-6695-419E-9A16-8B26F7058719}">
      <dgm:prSet/>
      <dgm:spPr/>
      <dgm:t>
        <a:bodyPr/>
        <a:lstStyle/>
        <a:p>
          <a:endParaRPr lang="en-US"/>
        </a:p>
      </dgm:t>
    </dgm:pt>
    <dgm:pt modelId="{2EA21160-535B-4122-9084-589FB7D6A961}" type="pres">
      <dgm:prSet presAssocID="{792EDCAB-D2C7-4F01-8B4B-84FD3EAE9311}" presName="root" presStyleCnt="0">
        <dgm:presLayoutVars>
          <dgm:dir/>
          <dgm:resizeHandles val="exact"/>
        </dgm:presLayoutVars>
      </dgm:prSet>
      <dgm:spPr/>
    </dgm:pt>
    <dgm:pt modelId="{96035613-E271-4616-98E8-35401355E87F}" type="pres">
      <dgm:prSet presAssocID="{1AA5D789-6271-434F-96E5-68D04F43FA48}" presName="compNode" presStyleCnt="0"/>
      <dgm:spPr/>
    </dgm:pt>
    <dgm:pt modelId="{6C2E62BD-EEEE-4A8C-B9DC-649C14403D13}" type="pres">
      <dgm:prSet presAssocID="{1AA5D789-6271-434F-96E5-68D04F43FA48}" presName="iconBgRect" presStyleLbl="bgShp" presStyleIdx="0" presStyleCnt="3"/>
      <dgm:spPr/>
    </dgm:pt>
    <dgm:pt modelId="{6B5340FC-A969-4CCF-A61E-6EC4807D4533}" type="pres">
      <dgm:prSet presAssocID="{1AA5D789-6271-434F-96E5-68D04F43FA48}" presName="iconRect" presStyleLbl="node1" presStyleIdx="0" presStyleCnt="3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Přičíst"/>
        </a:ext>
      </dgm:extLst>
    </dgm:pt>
    <dgm:pt modelId="{797B7E79-800D-4CF5-A748-559CE9B0C404}" type="pres">
      <dgm:prSet presAssocID="{1AA5D789-6271-434F-96E5-68D04F43FA48}" presName="spaceRect" presStyleCnt="0"/>
      <dgm:spPr/>
    </dgm:pt>
    <dgm:pt modelId="{318687CA-2CE1-4895-8B72-D45F1F0CB658}" type="pres">
      <dgm:prSet presAssocID="{1AA5D789-6271-434F-96E5-68D04F43FA48}" presName="textRect" presStyleLbl="revTx" presStyleIdx="0" presStyleCnt="3">
        <dgm:presLayoutVars>
          <dgm:chMax val="1"/>
          <dgm:chPref val="1"/>
        </dgm:presLayoutVars>
      </dgm:prSet>
      <dgm:spPr/>
    </dgm:pt>
    <dgm:pt modelId="{C897E463-C642-4883-B6BD-5E98F7AFDAAD}" type="pres">
      <dgm:prSet presAssocID="{AF114C28-5CE1-4058-913E-ACDECFA0C740}" presName="sibTrans" presStyleCnt="0"/>
      <dgm:spPr/>
    </dgm:pt>
    <dgm:pt modelId="{61B16745-DE59-4DCF-B052-9F9F9FB5833B}" type="pres">
      <dgm:prSet presAssocID="{6B9E4FF2-6CB9-43D8-AF95-154D7FBABF7A}" presName="compNode" presStyleCnt="0"/>
      <dgm:spPr/>
    </dgm:pt>
    <dgm:pt modelId="{D4BD71E5-5E85-4105-84E3-165445B39120}" type="pres">
      <dgm:prSet presAssocID="{6B9E4FF2-6CB9-43D8-AF95-154D7FBABF7A}" presName="iconBgRect" presStyleLbl="bgShp" presStyleIdx="1" presStyleCnt="3"/>
      <dgm:spPr/>
    </dgm:pt>
    <dgm:pt modelId="{EE5069D1-4B09-4536-9C0C-D69B2D01CEBB}" type="pres">
      <dgm:prSet presAssocID="{6B9E4FF2-6CB9-43D8-AF95-154D7FBABF7A}" presName="iconRect" presStyleLbl="node1" presStyleIdx="1" presStyleCnt="3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Uvozovky"/>
        </a:ext>
      </dgm:extLst>
    </dgm:pt>
    <dgm:pt modelId="{BCD00BF4-F5FE-41E3-9A41-0A555EF320D5}" type="pres">
      <dgm:prSet presAssocID="{6B9E4FF2-6CB9-43D8-AF95-154D7FBABF7A}" presName="spaceRect" presStyleCnt="0"/>
      <dgm:spPr/>
    </dgm:pt>
    <dgm:pt modelId="{D043FFA4-10FF-4CCF-B33A-355306B27AFC}" type="pres">
      <dgm:prSet presAssocID="{6B9E4FF2-6CB9-43D8-AF95-154D7FBABF7A}" presName="textRect" presStyleLbl="revTx" presStyleIdx="1" presStyleCnt="3">
        <dgm:presLayoutVars>
          <dgm:chMax val="1"/>
          <dgm:chPref val="1"/>
        </dgm:presLayoutVars>
      </dgm:prSet>
      <dgm:spPr/>
    </dgm:pt>
    <dgm:pt modelId="{97F2B3BC-519F-4DD5-87DE-7664BDD6EC5D}" type="pres">
      <dgm:prSet presAssocID="{EB008FED-FB5C-4DCE-99A6-8C01F6B5E98B}" presName="sibTrans" presStyleCnt="0"/>
      <dgm:spPr/>
    </dgm:pt>
    <dgm:pt modelId="{DE20A863-42C9-4938-9662-2BC4681429EC}" type="pres">
      <dgm:prSet presAssocID="{0A86E2BF-258A-41E3-9717-609CC8E17AB5}" presName="compNode" presStyleCnt="0"/>
      <dgm:spPr/>
    </dgm:pt>
    <dgm:pt modelId="{0209DF70-D5D0-4466-8D84-6AC4306356E9}" type="pres">
      <dgm:prSet presAssocID="{0A86E2BF-258A-41E3-9717-609CC8E17AB5}" presName="iconBgRect" presStyleLbl="bgShp" presStyleIdx="2" presStyleCnt="3"/>
      <dgm:spPr/>
    </dgm:pt>
    <dgm:pt modelId="{7F4C15CD-8363-46DD-8101-A2F0551E091E}" type="pres">
      <dgm:prSet presAssocID="{0A86E2BF-258A-41E3-9717-609CC8E17AB5}" presName="iconRect" presStyleLbl="node1" presStyleIdx="2" presStyleCnt="3"/>
      <dgm:spPr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Bubliny"/>
        </a:ext>
      </dgm:extLst>
    </dgm:pt>
    <dgm:pt modelId="{8AAC80FB-AAAA-4FF9-9275-562181C066A1}" type="pres">
      <dgm:prSet presAssocID="{0A86E2BF-258A-41E3-9717-609CC8E17AB5}" presName="spaceRect" presStyleCnt="0"/>
      <dgm:spPr/>
    </dgm:pt>
    <dgm:pt modelId="{ADBF5DC9-2A40-4D2E-9E7A-493DCE72B35B}" type="pres">
      <dgm:prSet presAssocID="{0A86E2BF-258A-41E3-9717-609CC8E17AB5}" presName="textRect" presStyleLbl="revTx" presStyleIdx="2" presStyleCnt="3">
        <dgm:presLayoutVars>
          <dgm:chMax val="1"/>
          <dgm:chPref val="1"/>
        </dgm:presLayoutVars>
      </dgm:prSet>
      <dgm:spPr/>
    </dgm:pt>
  </dgm:ptLst>
  <dgm:cxnLst>
    <dgm:cxn modelId="{F36E7E06-905F-4A0E-8FF4-36F91370A5C4}" type="presOf" srcId="{6B9E4FF2-6CB9-43D8-AF95-154D7FBABF7A}" destId="{D043FFA4-10FF-4CCF-B33A-355306B27AFC}" srcOrd="0" destOrd="0" presId="urn:microsoft.com/office/officeart/2018/5/layout/IconCircleLabelList"/>
    <dgm:cxn modelId="{8CE95936-E209-4868-84C7-C28DA599D599}" type="presOf" srcId="{792EDCAB-D2C7-4F01-8B4B-84FD3EAE9311}" destId="{2EA21160-535B-4122-9084-589FB7D6A961}" srcOrd="0" destOrd="0" presId="urn:microsoft.com/office/officeart/2018/5/layout/IconCircleLabelList"/>
    <dgm:cxn modelId="{9052B971-DE1D-4B14-B454-37BBC42EED62}" type="presOf" srcId="{1AA5D789-6271-434F-96E5-68D04F43FA48}" destId="{318687CA-2CE1-4895-8B72-D45F1F0CB658}" srcOrd="0" destOrd="0" presId="urn:microsoft.com/office/officeart/2018/5/layout/IconCircleLabelList"/>
    <dgm:cxn modelId="{11A17D92-6695-419E-9A16-8B26F7058719}" srcId="{792EDCAB-D2C7-4F01-8B4B-84FD3EAE9311}" destId="{0A86E2BF-258A-41E3-9717-609CC8E17AB5}" srcOrd="2" destOrd="0" parTransId="{F4A6FD12-37C7-4D11-845F-50695B24C59F}" sibTransId="{4E825B4D-32AF-4D4B-8136-17F096452A05}"/>
    <dgm:cxn modelId="{3EDBE6C0-4906-4237-8FAC-B647CC42BFF3}" srcId="{792EDCAB-D2C7-4F01-8B4B-84FD3EAE9311}" destId="{6B9E4FF2-6CB9-43D8-AF95-154D7FBABF7A}" srcOrd="1" destOrd="0" parTransId="{DDBEF153-F241-4D1D-A4AE-1C67C41AE0D3}" sibTransId="{EB008FED-FB5C-4DCE-99A6-8C01F6B5E98B}"/>
    <dgm:cxn modelId="{F0A95FF4-559A-4F1E-A628-15993075F050}" type="presOf" srcId="{0A86E2BF-258A-41E3-9717-609CC8E17AB5}" destId="{ADBF5DC9-2A40-4D2E-9E7A-493DCE72B35B}" srcOrd="0" destOrd="0" presId="urn:microsoft.com/office/officeart/2018/5/layout/IconCircleLabelList"/>
    <dgm:cxn modelId="{829DB8F9-7B08-496E-A721-3A504691E527}" srcId="{792EDCAB-D2C7-4F01-8B4B-84FD3EAE9311}" destId="{1AA5D789-6271-434F-96E5-68D04F43FA48}" srcOrd="0" destOrd="0" parTransId="{049B3DFC-AD4D-40FF-8978-4D6F4DFBE651}" sibTransId="{AF114C28-5CE1-4058-913E-ACDECFA0C740}"/>
    <dgm:cxn modelId="{A2585DA8-406B-4DF2-9CB5-066F81D165EC}" type="presParOf" srcId="{2EA21160-535B-4122-9084-589FB7D6A961}" destId="{96035613-E271-4616-98E8-35401355E87F}" srcOrd="0" destOrd="0" presId="urn:microsoft.com/office/officeart/2018/5/layout/IconCircleLabelList"/>
    <dgm:cxn modelId="{DE0C76BB-CD99-4359-B4CC-DD778AE4B8E4}" type="presParOf" srcId="{96035613-E271-4616-98E8-35401355E87F}" destId="{6C2E62BD-EEEE-4A8C-B9DC-649C14403D13}" srcOrd="0" destOrd="0" presId="urn:microsoft.com/office/officeart/2018/5/layout/IconCircleLabelList"/>
    <dgm:cxn modelId="{39BB4CA5-E541-451E-821F-59EC1F5C31CE}" type="presParOf" srcId="{96035613-E271-4616-98E8-35401355E87F}" destId="{6B5340FC-A969-4CCF-A61E-6EC4807D4533}" srcOrd="1" destOrd="0" presId="urn:microsoft.com/office/officeart/2018/5/layout/IconCircleLabelList"/>
    <dgm:cxn modelId="{73E1AB58-C532-4823-9ECE-234DC76E30A4}" type="presParOf" srcId="{96035613-E271-4616-98E8-35401355E87F}" destId="{797B7E79-800D-4CF5-A748-559CE9B0C404}" srcOrd="2" destOrd="0" presId="urn:microsoft.com/office/officeart/2018/5/layout/IconCircleLabelList"/>
    <dgm:cxn modelId="{40FF469C-B62E-40A9-B4E9-199C3B360026}" type="presParOf" srcId="{96035613-E271-4616-98E8-35401355E87F}" destId="{318687CA-2CE1-4895-8B72-D45F1F0CB658}" srcOrd="3" destOrd="0" presId="urn:microsoft.com/office/officeart/2018/5/layout/IconCircleLabelList"/>
    <dgm:cxn modelId="{8E424F39-EE31-4736-B616-89F750AA62AD}" type="presParOf" srcId="{2EA21160-535B-4122-9084-589FB7D6A961}" destId="{C897E463-C642-4883-B6BD-5E98F7AFDAAD}" srcOrd="1" destOrd="0" presId="urn:microsoft.com/office/officeart/2018/5/layout/IconCircleLabelList"/>
    <dgm:cxn modelId="{7675D24F-F7AA-450F-9505-CA881597E1CB}" type="presParOf" srcId="{2EA21160-535B-4122-9084-589FB7D6A961}" destId="{61B16745-DE59-4DCF-B052-9F9F9FB5833B}" srcOrd="2" destOrd="0" presId="urn:microsoft.com/office/officeart/2018/5/layout/IconCircleLabelList"/>
    <dgm:cxn modelId="{BEDB3BDB-A7C3-40A6-9805-08E33E6790BD}" type="presParOf" srcId="{61B16745-DE59-4DCF-B052-9F9F9FB5833B}" destId="{D4BD71E5-5E85-4105-84E3-165445B39120}" srcOrd="0" destOrd="0" presId="urn:microsoft.com/office/officeart/2018/5/layout/IconCircleLabelList"/>
    <dgm:cxn modelId="{466ADCD0-4AD6-4690-8D73-D86B0DC92481}" type="presParOf" srcId="{61B16745-DE59-4DCF-B052-9F9F9FB5833B}" destId="{EE5069D1-4B09-4536-9C0C-D69B2D01CEBB}" srcOrd="1" destOrd="0" presId="urn:microsoft.com/office/officeart/2018/5/layout/IconCircleLabelList"/>
    <dgm:cxn modelId="{6A9A6CA4-10A2-4E94-A69E-974A34F6E4DF}" type="presParOf" srcId="{61B16745-DE59-4DCF-B052-9F9F9FB5833B}" destId="{BCD00BF4-F5FE-41E3-9A41-0A555EF320D5}" srcOrd="2" destOrd="0" presId="urn:microsoft.com/office/officeart/2018/5/layout/IconCircleLabelList"/>
    <dgm:cxn modelId="{61B79880-2D4D-4E92-B880-1717D7494D94}" type="presParOf" srcId="{61B16745-DE59-4DCF-B052-9F9F9FB5833B}" destId="{D043FFA4-10FF-4CCF-B33A-355306B27AFC}" srcOrd="3" destOrd="0" presId="urn:microsoft.com/office/officeart/2018/5/layout/IconCircleLabelList"/>
    <dgm:cxn modelId="{E72E63F6-C407-4556-AA91-8ED51511CFCB}" type="presParOf" srcId="{2EA21160-535B-4122-9084-589FB7D6A961}" destId="{97F2B3BC-519F-4DD5-87DE-7664BDD6EC5D}" srcOrd="3" destOrd="0" presId="urn:microsoft.com/office/officeart/2018/5/layout/IconCircleLabelList"/>
    <dgm:cxn modelId="{1296DED4-F437-4427-B218-357962FC64A4}" type="presParOf" srcId="{2EA21160-535B-4122-9084-589FB7D6A961}" destId="{DE20A863-42C9-4938-9662-2BC4681429EC}" srcOrd="4" destOrd="0" presId="urn:microsoft.com/office/officeart/2018/5/layout/IconCircleLabelList"/>
    <dgm:cxn modelId="{75823475-534E-4E82-A713-4135E3FF581D}" type="presParOf" srcId="{DE20A863-42C9-4938-9662-2BC4681429EC}" destId="{0209DF70-D5D0-4466-8D84-6AC4306356E9}" srcOrd="0" destOrd="0" presId="urn:microsoft.com/office/officeart/2018/5/layout/IconCircleLabelList"/>
    <dgm:cxn modelId="{F5AE9DC1-A5B6-4BD7-8A3C-7179905EB7E6}" type="presParOf" srcId="{DE20A863-42C9-4938-9662-2BC4681429EC}" destId="{7F4C15CD-8363-46DD-8101-A2F0551E091E}" srcOrd="1" destOrd="0" presId="urn:microsoft.com/office/officeart/2018/5/layout/IconCircleLabelList"/>
    <dgm:cxn modelId="{5301A474-54B8-40EE-AEA4-E234FC7F7DA1}" type="presParOf" srcId="{DE20A863-42C9-4938-9662-2BC4681429EC}" destId="{8AAC80FB-AAAA-4FF9-9275-562181C066A1}" srcOrd="2" destOrd="0" presId="urn:microsoft.com/office/officeart/2018/5/layout/IconCircleLabelList"/>
    <dgm:cxn modelId="{1D26C4C3-9CB2-42A8-B7A5-0FDA9D284EFB}" type="presParOf" srcId="{DE20A863-42C9-4938-9662-2BC4681429EC}" destId="{ADBF5DC9-2A40-4D2E-9E7A-493DCE72B35B}" srcOrd="3" destOrd="0" presId="urn:microsoft.com/office/officeart/2018/5/layout/IconCircleLabelList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B3129D1C-6ECA-449C-80F5-6A5BABADA62A}">
      <dsp:nvSpPr>
        <dsp:cNvPr id="0" name=""/>
        <dsp:cNvSpPr/>
      </dsp:nvSpPr>
      <dsp:spPr>
        <a:xfrm>
          <a:off x="425732" y="30678"/>
          <a:ext cx="1566958" cy="709206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6350" cap="flat" cmpd="sng" algn="ctr">
          <a:prstDash val="solid"/>
          <a:miter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700" tIns="12700" rIns="12700" bIns="127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b="0" kern="1200" dirty="0" err="1"/>
            <a:t>Ontologická</a:t>
          </a:r>
          <a:r>
            <a:rPr lang="en-US" sz="2000" b="0" kern="1200" dirty="0"/>
            <a:t> </a:t>
          </a:r>
          <a:r>
            <a:rPr lang="en-US" sz="2000" b="0" kern="1200" dirty="0" err="1"/>
            <a:t>náhoda</a:t>
          </a:r>
          <a:endParaRPr lang="en-US" sz="2000" kern="1200" dirty="0"/>
        </a:p>
      </dsp:txBody>
      <dsp:txXfrm>
        <a:off x="446504" y="51450"/>
        <a:ext cx="1525414" cy="667662"/>
      </dsp:txXfrm>
    </dsp:sp>
    <dsp:sp modelId="{554C3CDD-1CA4-4E19-8924-1A98435FC903}">
      <dsp:nvSpPr>
        <dsp:cNvPr id="0" name=""/>
        <dsp:cNvSpPr/>
      </dsp:nvSpPr>
      <dsp:spPr>
        <a:xfrm>
          <a:off x="4722963" y="55754"/>
          <a:ext cx="1578543" cy="658469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6350" cap="flat" cmpd="sng" algn="ctr">
          <a:prstDash val="solid"/>
          <a:miter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700" tIns="12700" rIns="12700" bIns="127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b="0" kern="1200" dirty="0" err="1"/>
            <a:t>Epistomická</a:t>
          </a:r>
          <a:r>
            <a:rPr lang="en-US" sz="1000" b="0" kern="1200" dirty="0"/>
            <a:t> </a:t>
          </a:r>
          <a:r>
            <a:rPr lang="en-US" sz="2000" b="0" kern="1200" dirty="0" err="1"/>
            <a:t>náhoda</a:t>
          </a:r>
          <a:endParaRPr lang="en-US" sz="2000" kern="1200" dirty="0"/>
        </a:p>
      </dsp:txBody>
      <dsp:txXfrm>
        <a:off x="4742249" y="75040"/>
        <a:ext cx="1539971" cy="619897"/>
      </dsp:txXfrm>
    </dsp:sp>
    <dsp:sp modelId="{C2FF3972-8D5C-421C-9414-2225DD14895B}">
      <dsp:nvSpPr>
        <dsp:cNvPr id="0" name=""/>
        <dsp:cNvSpPr/>
      </dsp:nvSpPr>
      <dsp:spPr>
        <a:xfrm>
          <a:off x="2828249" y="1082079"/>
          <a:ext cx="1118154" cy="973595"/>
        </a:xfrm>
        <a:prstGeom prst="roundRect">
          <a:avLst>
            <a:gd name="adj" fmla="val 10000"/>
          </a:avLst>
        </a:prstGeom>
        <a:solidFill>
          <a:schemeClr val="accent2">
            <a:lumMod val="75000"/>
          </a:schemeClr>
        </a:solidFill>
        <a:ln w="6350" cap="flat" cmpd="sng" algn="ctr">
          <a:prstDash val="solid"/>
          <a:miter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0320" tIns="20320" rIns="20320" bIns="20320" numCol="1" spcCol="1270" anchor="ctr" anchorCtr="0">
          <a:noAutofit/>
        </a:bodyPr>
        <a:lstStyle/>
        <a:p>
          <a:pPr marL="0" lvl="0" indent="0" algn="ctr" defTabSz="1422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200" b="0" kern="1200" dirty="0"/>
            <a:t>V IT:</a:t>
          </a:r>
          <a:endParaRPr lang="en-US" sz="3200" kern="1200" dirty="0"/>
        </a:p>
      </dsp:txBody>
      <dsp:txXfrm>
        <a:off x="2856765" y="1110595"/>
        <a:ext cx="1061122" cy="916563"/>
      </dsp:txXfrm>
    </dsp:sp>
    <dsp:sp modelId="{F6087B3C-E093-4FFE-A1D8-C39886AB44BF}">
      <dsp:nvSpPr>
        <dsp:cNvPr id="0" name=""/>
        <dsp:cNvSpPr/>
      </dsp:nvSpPr>
      <dsp:spPr>
        <a:xfrm rot="9663937">
          <a:off x="12059" y="2213595"/>
          <a:ext cx="4043746" cy="22697"/>
        </a:xfrm>
        <a:custGeom>
          <a:avLst/>
          <a:gdLst/>
          <a:ahLst/>
          <a:cxnLst/>
          <a:rect l="0" t="0" r="0" b="0"/>
          <a:pathLst>
            <a:path>
              <a:moveTo>
                <a:pt x="0" y="11348"/>
              </a:moveTo>
              <a:lnTo>
                <a:pt x="4043746" y="11348"/>
              </a:lnTo>
            </a:path>
          </a:pathLst>
        </a:custGeom>
        <a:noFill/>
        <a:ln w="6350" cap="flat" cmpd="sng" algn="ctr">
          <a:prstDash val="solid"/>
          <a:miter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100" kern="1200"/>
        </a:p>
      </dsp:txBody>
      <dsp:txXfrm rot="10800000">
        <a:off x="1932839" y="2123850"/>
        <a:ext cx="202187" cy="202187"/>
      </dsp:txXfrm>
    </dsp:sp>
    <dsp:sp modelId="{488B9024-6E9B-4A4C-BB96-6231D1406959}">
      <dsp:nvSpPr>
        <dsp:cNvPr id="0" name=""/>
        <dsp:cNvSpPr/>
      </dsp:nvSpPr>
      <dsp:spPr>
        <a:xfrm>
          <a:off x="121461" y="2419224"/>
          <a:ext cx="2062512" cy="923575"/>
        </a:xfrm>
        <a:prstGeom prst="roundRect">
          <a:avLst>
            <a:gd name="adj" fmla="val 10000"/>
          </a:avLst>
        </a:prstGeom>
        <a:solidFill>
          <a:srgbClr val="00B0F0"/>
        </a:solidFill>
        <a:ln w="6350" cap="flat" cmpd="sng" algn="ctr">
          <a:prstDash val="solid"/>
          <a:miter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890" tIns="8890" rIns="8890" bIns="889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b="0" kern="1200" dirty="0"/>
            <a:t>True Random Number Generator – </a:t>
          </a:r>
          <a:r>
            <a:rPr lang="en-US" sz="1400" b="0" kern="1200" dirty="0" err="1"/>
            <a:t>hardwarový</a:t>
          </a:r>
          <a:r>
            <a:rPr lang="en-US" sz="1400" b="0" kern="1200" dirty="0"/>
            <a:t> </a:t>
          </a:r>
          <a:r>
            <a:rPr lang="en-US" sz="1400" b="0" kern="1200" dirty="0" err="1"/>
            <a:t>šum</a:t>
          </a:r>
          <a:r>
            <a:rPr lang="en-US" sz="1400" b="0" kern="1200" dirty="0"/>
            <a:t>.</a:t>
          </a:r>
          <a:endParaRPr lang="en-US" sz="1400" kern="1200" dirty="0"/>
        </a:p>
      </dsp:txBody>
      <dsp:txXfrm>
        <a:off x="148512" y="2446275"/>
        <a:ext cx="2008410" cy="869473"/>
      </dsp:txXfrm>
    </dsp:sp>
    <dsp:sp modelId="{BA0EE43E-A8A8-47D9-8C8E-50B63A5B41A9}">
      <dsp:nvSpPr>
        <dsp:cNvPr id="0" name=""/>
        <dsp:cNvSpPr/>
      </dsp:nvSpPr>
      <dsp:spPr>
        <a:xfrm rot="4566808">
          <a:off x="3442008" y="2201809"/>
          <a:ext cx="1327358" cy="22697"/>
        </a:xfrm>
        <a:custGeom>
          <a:avLst/>
          <a:gdLst/>
          <a:ahLst/>
          <a:cxnLst/>
          <a:rect l="0" t="0" r="0" b="0"/>
          <a:pathLst>
            <a:path>
              <a:moveTo>
                <a:pt x="0" y="11348"/>
              </a:moveTo>
              <a:lnTo>
                <a:pt x="1327358" y="11348"/>
              </a:lnTo>
            </a:path>
          </a:pathLst>
        </a:custGeom>
        <a:noFill/>
        <a:ln w="6350" cap="flat" cmpd="sng" algn="ctr">
          <a:prstDash val="solid"/>
          <a:miter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500" kern="1200"/>
        </a:p>
      </dsp:txBody>
      <dsp:txXfrm>
        <a:off x="4072503" y="2179974"/>
        <a:ext cx="66367" cy="66367"/>
      </dsp:txXfrm>
    </dsp:sp>
    <dsp:sp modelId="{164683A1-DD7F-498C-A5E3-EABD8E904DAE}">
      <dsp:nvSpPr>
        <dsp:cNvPr id="0" name=""/>
        <dsp:cNvSpPr/>
      </dsp:nvSpPr>
      <dsp:spPr>
        <a:xfrm>
          <a:off x="4264970" y="2372784"/>
          <a:ext cx="2179942" cy="969311"/>
        </a:xfrm>
        <a:prstGeom prst="roundRect">
          <a:avLst>
            <a:gd name="adj" fmla="val 10000"/>
          </a:avLst>
        </a:prstGeom>
        <a:solidFill>
          <a:srgbClr val="00B0F0"/>
        </a:solidFill>
        <a:ln w="6350" cap="flat" cmpd="sng" algn="ctr">
          <a:prstDash val="solid"/>
          <a:miter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890" tIns="8890" rIns="8890" bIns="889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b="0" kern="1200" dirty="0"/>
            <a:t>Pseudo-Random Number Generator – </a:t>
          </a:r>
          <a:r>
            <a:rPr lang="en-US" sz="1400" b="0" kern="1200" dirty="0" err="1"/>
            <a:t>matematický</a:t>
          </a:r>
          <a:r>
            <a:rPr lang="en-US" sz="1400" b="0" kern="1200" dirty="0"/>
            <a:t> </a:t>
          </a:r>
          <a:r>
            <a:rPr lang="en-US" sz="1400" b="0" kern="1200" dirty="0" err="1"/>
            <a:t>výpočet</a:t>
          </a:r>
          <a:endParaRPr lang="en-US" sz="1400" kern="1200" dirty="0"/>
        </a:p>
      </dsp:txBody>
      <dsp:txXfrm>
        <a:off x="4293360" y="2401174"/>
        <a:ext cx="2123162" cy="912531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8B8BA583-D036-44C7-9EFF-7E382006F8EB}">
      <dsp:nvSpPr>
        <dsp:cNvPr id="0" name=""/>
        <dsp:cNvSpPr/>
      </dsp:nvSpPr>
      <dsp:spPr>
        <a:xfrm>
          <a:off x="0" y="598514"/>
          <a:ext cx="9035379" cy="147420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6350" cap="flat" cmpd="sng" algn="ctr">
          <a:prstDash val="solid"/>
          <a:miter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01246" tIns="541528" rIns="701246" bIns="184912" numCol="1" spcCol="1270" anchor="t" anchorCtr="0">
          <a:noAutofit/>
        </a:bodyPr>
        <a:lstStyle/>
        <a:p>
          <a:pPr marL="228600" lvl="1" indent="-228600" algn="l" defTabSz="11557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600" b="1" kern="1200"/>
            <a:t>Periodicita</a:t>
          </a:r>
          <a:r>
            <a:rPr lang="en-US" sz="2600" b="0" kern="1200"/>
            <a:t>: řada generovaných čísel se opakuje</a:t>
          </a:r>
          <a:endParaRPr lang="en-US" sz="2600" kern="1200"/>
        </a:p>
        <a:p>
          <a:pPr marL="228600" lvl="1" indent="-228600" algn="l" defTabSz="11557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600" b="1" kern="1200"/>
            <a:t>Efektivita</a:t>
          </a:r>
          <a:r>
            <a:rPr lang="en-US" sz="2600" b="0" kern="1200"/>
            <a:t>: rychlost výpočtu</a:t>
          </a:r>
          <a:endParaRPr lang="en-US" sz="2600" kern="1200"/>
        </a:p>
      </dsp:txBody>
      <dsp:txXfrm>
        <a:off x="0" y="598514"/>
        <a:ext cx="9035379" cy="1474200"/>
      </dsp:txXfrm>
    </dsp:sp>
    <dsp:sp modelId="{E6506286-F065-4668-B3B7-CF7BC9630185}">
      <dsp:nvSpPr>
        <dsp:cNvPr id="0" name=""/>
        <dsp:cNvSpPr/>
      </dsp:nvSpPr>
      <dsp:spPr>
        <a:xfrm>
          <a:off x="451768" y="214754"/>
          <a:ext cx="6324765" cy="767520"/>
        </a:xfrm>
        <a:prstGeom prst="roundRect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6350" cap="flat" cmpd="sng" algn="ctr">
          <a:prstDash val="solid"/>
          <a:miter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39061" tIns="0" rIns="239061" bIns="0" numCol="1" spcCol="1270" anchor="ctr" anchorCtr="0">
          <a:noAutofit/>
        </a:bodyPr>
        <a:lstStyle/>
        <a:p>
          <a:pPr marL="0" lvl="0" indent="0" algn="l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600" b="0" kern="1200"/>
            <a:t>Vlastnosti :</a:t>
          </a:r>
          <a:endParaRPr lang="en-US" sz="2600" kern="1200"/>
        </a:p>
      </dsp:txBody>
      <dsp:txXfrm>
        <a:off x="489235" y="252221"/>
        <a:ext cx="6249831" cy="692586"/>
      </dsp:txXfrm>
    </dsp:sp>
    <dsp:sp modelId="{EB54E0E6-3F9C-4636-9EBE-E33802188B21}">
      <dsp:nvSpPr>
        <dsp:cNvPr id="0" name=""/>
        <dsp:cNvSpPr/>
      </dsp:nvSpPr>
      <dsp:spPr>
        <a:xfrm>
          <a:off x="0" y="2596874"/>
          <a:ext cx="9035379" cy="65520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6350" cap="flat" cmpd="sng" algn="ctr">
          <a:prstDash val="solid"/>
          <a:miter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C266B18F-614A-4243-AFE2-143BDE157381}">
      <dsp:nvSpPr>
        <dsp:cNvPr id="0" name=""/>
        <dsp:cNvSpPr/>
      </dsp:nvSpPr>
      <dsp:spPr>
        <a:xfrm>
          <a:off x="451768" y="2213114"/>
          <a:ext cx="6324765" cy="767520"/>
        </a:xfrm>
        <a:prstGeom prst="roundRect">
          <a:avLst/>
        </a:prstGeom>
        <a:solidFill>
          <a:schemeClr val="accent2">
            <a:hueOff val="-10777498"/>
            <a:satOff val="0"/>
            <a:lumOff val="0"/>
            <a:alphaOff val="0"/>
          </a:schemeClr>
        </a:solidFill>
        <a:ln w="6350" cap="flat" cmpd="sng" algn="ctr">
          <a:prstDash val="solid"/>
          <a:miter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39061" tIns="0" rIns="239061" bIns="0" numCol="1" spcCol="1270" anchor="ctr" anchorCtr="0">
          <a:noAutofit/>
        </a:bodyPr>
        <a:lstStyle/>
        <a:p>
          <a:pPr marL="0" lvl="0" indent="0" algn="l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600" b="0" kern="1200" dirty="0" err="1"/>
            <a:t>Náhoda</a:t>
          </a:r>
          <a:r>
            <a:rPr lang="en-US" sz="2600" b="0" kern="1200" dirty="0"/>
            <a:t> je </a:t>
          </a:r>
          <a:r>
            <a:rPr lang="en-US" sz="2600" b="0" kern="1200" dirty="0" err="1"/>
            <a:t>jen</a:t>
          </a:r>
          <a:r>
            <a:rPr lang="en-US" sz="2600" b="0" kern="1200" dirty="0"/>
            <a:t> </a:t>
          </a:r>
          <a:r>
            <a:rPr lang="en-US" sz="2600" b="0" kern="1200" dirty="0" err="1"/>
            <a:t>řada</a:t>
          </a:r>
          <a:r>
            <a:rPr lang="en-US" sz="2600" b="0" kern="1200" dirty="0"/>
            <a:t> </a:t>
          </a:r>
          <a:r>
            <a:rPr lang="en-US" sz="2600" b="0" kern="1200" dirty="0" err="1"/>
            <a:t>čísel</a:t>
          </a:r>
          <a:r>
            <a:rPr lang="en-US" sz="2600" b="0" kern="1200" dirty="0"/>
            <a:t>, </a:t>
          </a:r>
          <a:r>
            <a:rPr lang="en-US" sz="2600" b="0" kern="1200" dirty="0" err="1"/>
            <a:t>jejíž</a:t>
          </a:r>
          <a:r>
            <a:rPr lang="en-US" sz="2600" b="0" kern="1200" dirty="0"/>
            <a:t> </a:t>
          </a:r>
          <a:r>
            <a:rPr lang="en-US" sz="2600" b="0" kern="1200" dirty="0" err="1"/>
            <a:t>pravidlo</a:t>
          </a:r>
          <a:r>
            <a:rPr lang="en-US" sz="2600" b="0" kern="1200" dirty="0"/>
            <a:t> </a:t>
          </a:r>
          <a:r>
            <a:rPr lang="en-US" sz="2600" b="0" kern="1200" dirty="0" err="1"/>
            <a:t>neznáme</a:t>
          </a:r>
          <a:endParaRPr lang="en-US" sz="2600" kern="1200" dirty="0"/>
        </a:p>
      </dsp:txBody>
      <dsp:txXfrm>
        <a:off x="489235" y="2250581"/>
        <a:ext cx="6249831" cy="692586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E878CBB0-EA0B-449F-87BC-E251C0FD75CA}">
      <dsp:nvSpPr>
        <dsp:cNvPr id="0" name=""/>
        <dsp:cNvSpPr/>
      </dsp:nvSpPr>
      <dsp:spPr>
        <a:xfrm>
          <a:off x="604939" y="315914"/>
          <a:ext cx="1612687" cy="1612687"/>
        </a:xfrm>
        <a:prstGeom prst="round2DiagRect">
          <a:avLst>
            <a:gd name="adj1" fmla="val 29727"/>
            <a:gd name="adj2" fmla="val 0"/>
          </a:avLst>
        </a:prstGeom>
        <a:solidFill>
          <a:schemeClr val="accent2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1908DEFC-D248-4690-BA5B-34AF6FF8A0DB}">
      <dsp:nvSpPr>
        <dsp:cNvPr id="0" name=""/>
        <dsp:cNvSpPr/>
      </dsp:nvSpPr>
      <dsp:spPr>
        <a:xfrm>
          <a:off x="948627" y="659602"/>
          <a:ext cx="925312" cy="925312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6350" cap="flat" cmpd="sng" algn="ctr">
          <a:noFill/>
          <a:prstDash val="solid"/>
          <a:miter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8CF9282E-0822-4E1D-973C-ED203D407E39}">
      <dsp:nvSpPr>
        <dsp:cNvPr id="0" name=""/>
        <dsp:cNvSpPr/>
      </dsp:nvSpPr>
      <dsp:spPr>
        <a:xfrm>
          <a:off x="89408" y="2430914"/>
          <a:ext cx="264375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en-US" sz="1300" b="1" kern="1200" dirty="0" err="1"/>
            <a:t>Před</a:t>
          </a:r>
          <a:r>
            <a:rPr lang="en-US" sz="1300" b="1" kern="1200" dirty="0"/>
            <a:t> </a:t>
          </a:r>
          <a:r>
            <a:rPr lang="en-US" sz="1300" b="1" kern="1200" dirty="0" err="1"/>
            <a:t>počítači</a:t>
          </a:r>
          <a:r>
            <a:rPr lang="en-US" sz="1300" b="1" kern="1200" dirty="0"/>
            <a:t>: </a:t>
          </a:r>
          <a:r>
            <a:rPr lang="en-US" sz="1300" b="1" kern="1200" dirty="0" err="1"/>
            <a:t>fyzické</a:t>
          </a:r>
          <a:r>
            <a:rPr lang="en-US" sz="1300" b="1" kern="1200" dirty="0"/>
            <a:t> </a:t>
          </a:r>
          <a:r>
            <a:rPr lang="en-US" sz="1300" b="1" kern="1200" dirty="0" err="1"/>
            <a:t>tabulky</a:t>
          </a:r>
          <a:r>
            <a:rPr lang="en-US" sz="1300" b="1" kern="1200" dirty="0"/>
            <a:t> (</a:t>
          </a:r>
          <a:r>
            <a:rPr lang="en-US" sz="1300" b="1" kern="1200" dirty="0" err="1"/>
            <a:t>kniha</a:t>
          </a:r>
          <a:r>
            <a:rPr lang="en-US" sz="1300" b="1" kern="1200" dirty="0"/>
            <a:t> A million Random Digits, 1955)</a:t>
          </a:r>
        </a:p>
      </dsp:txBody>
      <dsp:txXfrm>
        <a:off x="89408" y="2430914"/>
        <a:ext cx="2643750" cy="720000"/>
      </dsp:txXfrm>
    </dsp:sp>
    <dsp:sp modelId="{EEE0BEDD-73BC-4B05-BF4A-3F36742B3B47}">
      <dsp:nvSpPr>
        <dsp:cNvPr id="0" name=""/>
        <dsp:cNvSpPr/>
      </dsp:nvSpPr>
      <dsp:spPr>
        <a:xfrm>
          <a:off x="3711345" y="315914"/>
          <a:ext cx="1612687" cy="1612687"/>
        </a:xfrm>
        <a:prstGeom prst="round2DiagRect">
          <a:avLst>
            <a:gd name="adj1" fmla="val 29727"/>
            <a:gd name="adj2" fmla="val 0"/>
          </a:avLst>
        </a:prstGeom>
        <a:solidFill>
          <a:schemeClr val="accent3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FDEB2B42-5703-4D7B-A113-E5AA516513A9}">
      <dsp:nvSpPr>
        <dsp:cNvPr id="0" name=""/>
        <dsp:cNvSpPr/>
      </dsp:nvSpPr>
      <dsp:spPr>
        <a:xfrm>
          <a:off x="4055033" y="659602"/>
          <a:ext cx="925312" cy="925312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6350" cap="flat" cmpd="sng" algn="ctr">
          <a:noFill/>
          <a:prstDash val="solid"/>
          <a:miter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C8F07FD2-A910-4851-9C82-C520426A4701}">
      <dsp:nvSpPr>
        <dsp:cNvPr id="0" name=""/>
        <dsp:cNvSpPr/>
      </dsp:nvSpPr>
      <dsp:spPr>
        <a:xfrm>
          <a:off x="3195814" y="2430914"/>
          <a:ext cx="264375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en-US" sz="1300" b="1" kern="1200" dirty="0"/>
            <a:t>John Von Neumann: </a:t>
          </a:r>
          <a:r>
            <a:rPr lang="en-US" sz="1300" b="1" kern="1200" dirty="0" err="1"/>
            <a:t>metoda</a:t>
          </a:r>
          <a:r>
            <a:rPr lang="en-US" sz="1300" b="1" kern="1200" dirty="0"/>
            <a:t> </a:t>
          </a:r>
          <a:r>
            <a:rPr lang="en-US" sz="1300" b="1" kern="1200" dirty="0" err="1"/>
            <a:t>prostředních</a:t>
          </a:r>
          <a:r>
            <a:rPr lang="en-US" sz="1300" b="1" kern="1200" dirty="0"/>
            <a:t> </a:t>
          </a:r>
          <a:r>
            <a:rPr lang="en-US" sz="1300" b="1" kern="1200" dirty="0" err="1"/>
            <a:t>čtverců</a:t>
          </a:r>
          <a:r>
            <a:rPr lang="en-US" sz="1300" b="1" kern="1200" dirty="0"/>
            <a:t> – </a:t>
          </a:r>
          <a:r>
            <a:rPr lang="en-US" sz="1300" b="1" kern="1200" dirty="0" err="1"/>
            <a:t>první</a:t>
          </a:r>
          <a:r>
            <a:rPr lang="en-US" sz="1300" b="1" kern="1200" dirty="0"/>
            <a:t> </a:t>
          </a:r>
          <a:r>
            <a:rPr lang="en-US" sz="1300" b="1" kern="1200" dirty="0" err="1"/>
            <a:t>generování</a:t>
          </a:r>
          <a:r>
            <a:rPr lang="en-US" sz="1300" b="1" kern="1200" dirty="0"/>
            <a:t> </a:t>
          </a:r>
          <a:r>
            <a:rPr lang="en-US" sz="1300" b="1" kern="1200" dirty="0" err="1"/>
            <a:t>čísel</a:t>
          </a:r>
          <a:r>
            <a:rPr lang="en-US" sz="1300" b="1" kern="1200" dirty="0"/>
            <a:t> </a:t>
          </a:r>
          <a:r>
            <a:rPr lang="en-US" sz="1300" b="1" kern="1200" dirty="0" err="1"/>
            <a:t>algoritmem</a:t>
          </a:r>
          <a:endParaRPr lang="en-US" sz="1300" b="1" kern="1200" dirty="0"/>
        </a:p>
      </dsp:txBody>
      <dsp:txXfrm>
        <a:off x="3195814" y="2430914"/>
        <a:ext cx="2643750" cy="720000"/>
      </dsp:txXfrm>
    </dsp:sp>
    <dsp:sp modelId="{5A4895D5-B5D8-45C6-A250-89C2959EF273}">
      <dsp:nvSpPr>
        <dsp:cNvPr id="0" name=""/>
        <dsp:cNvSpPr/>
      </dsp:nvSpPr>
      <dsp:spPr>
        <a:xfrm>
          <a:off x="6817752" y="315914"/>
          <a:ext cx="1612687" cy="1612687"/>
        </a:xfrm>
        <a:prstGeom prst="round2DiagRect">
          <a:avLst>
            <a:gd name="adj1" fmla="val 29727"/>
            <a:gd name="adj2" fmla="val 0"/>
          </a:avLst>
        </a:prstGeom>
        <a:solidFill>
          <a:schemeClr val="accent4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E3444E96-2F6D-4A34-A77A-18E9273634E9}">
      <dsp:nvSpPr>
        <dsp:cNvPr id="0" name=""/>
        <dsp:cNvSpPr/>
      </dsp:nvSpPr>
      <dsp:spPr>
        <a:xfrm>
          <a:off x="7161439" y="659602"/>
          <a:ext cx="925312" cy="925312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 w="6350" cap="flat" cmpd="sng" algn="ctr">
          <a:noFill/>
          <a:prstDash val="solid"/>
          <a:miter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B5955F5D-BF62-4ECA-B4F9-183FE2023A01}">
      <dsp:nvSpPr>
        <dsp:cNvPr id="0" name=""/>
        <dsp:cNvSpPr/>
      </dsp:nvSpPr>
      <dsp:spPr>
        <a:xfrm>
          <a:off x="6302220" y="2430914"/>
          <a:ext cx="264375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en-US" sz="1300" b="1" kern="1200" dirty="0" err="1"/>
            <a:t>Hlavní</a:t>
          </a:r>
          <a:r>
            <a:rPr lang="en-US" sz="1300" b="1" kern="1200" dirty="0"/>
            <a:t> </a:t>
          </a:r>
          <a:r>
            <a:rPr lang="en-US" sz="1300" b="1" kern="1200" dirty="0" err="1"/>
            <a:t>problém</a:t>
          </a:r>
          <a:r>
            <a:rPr lang="en-US" sz="1300" b="1" kern="1200" dirty="0"/>
            <a:t>: </a:t>
          </a:r>
          <a:r>
            <a:rPr lang="en-US" sz="1300" b="1" kern="1200" dirty="0" err="1"/>
            <a:t>krátká</a:t>
          </a:r>
          <a:r>
            <a:rPr lang="en-US" sz="1300" b="1" kern="1200" dirty="0"/>
            <a:t> </a:t>
          </a:r>
          <a:r>
            <a:rPr lang="en-US" sz="1300" b="1" kern="1200" dirty="0" err="1"/>
            <a:t>perioda</a:t>
          </a:r>
          <a:endParaRPr lang="en-US" sz="1300" b="1" kern="1200" dirty="0"/>
        </a:p>
      </dsp:txBody>
      <dsp:txXfrm>
        <a:off x="6302220" y="2430914"/>
        <a:ext cx="2643750" cy="720000"/>
      </dsp:txXfrm>
    </dsp:sp>
  </dsp:spTree>
</dsp:drawing>
</file>

<file path=ppt/diagrams/drawing4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3F520F78-57E5-458A-81AD-B93F5A6094BD}">
      <dsp:nvSpPr>
        <dsp:cNvPr id="0" name=""/>
        <dsp:cNvSpPr/>
      </dsp:nvSpPr>
      <dsp:spPr>
        <a:xfrm>
          <a:off x="0" y="242657"/>
          <a:ext cx="8098524" cy="608400"/>
        </a:xfrm>
        <a:prstGeom prst="roundRect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6350" cap="flat" cmpd="sng" algn="ctr">
          <a:prstDash val="solid"/>
          <a:miter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9060" tIns="99060" rIns="99060" bIns="99060" numCol="1" spcCol="1270" anchor="ctr" anchorCtr="0">
          <a:noAutofit/>
        </a:bodyPr>
        <a:lstStyle/>
        <a:p>
          <a:pPr marL="0" lvl="0" indent="0" algn="l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600" b="0" kern="1200" dirty="0" err="1"/>
            <a:t>Základní</a:t>
          </a:r>
          <a:r>
            <a:rPr lang="en-US" sz="2600" b="0" kern="1200" dirty="0"/>
            <a:t> </a:t>
          </a:r>
          <a:r>
            <a:rPr lang="en-US" sz="2600" b="0" kern="1200" dirty="0" err="1"/>
            <a:t>způsob</a:t>
          </a:r>
          <a:r>
            <a:rPr lang="en-US" sz="2600" b="0" kern="1200" dirty="0"/>
            <a:t> </a:t>
          </a:r>
          <a:r>
            <a:rPr lang="en-US" sz="2600" b="0" kern="1200" dirty="0" err="1"/>
            <a:t>generování</a:t>
          </a:r>
          <a:r>
            <a:rPr lang="en-US" sz="2600" b="0" kern="1200" dirty="0"/>
            <a:t> </a:t>
          </a:r>
          <a:r>
            <a:rPr lang="en-US" sz="2600" b="0" kern="1200" dirty="0" err="1"/>
            <a:t>náhodných</a:t>
          </a:r>
          <a:r>
            <a:rPr lang="en-US" sz="2600" b="0" kern="1200" dirty="0"/>
            <a:t> </a:t>
          </a:r>
          <a:r>
            <a:rPr lang="en-US" sz="2600" b="0" kern="1200" dirty="0" err="1"/>
            <a:t>čísel</a:t>
          </a:r>
          <a:endParaRPr lang="en-US" sz="2600" kern="1200" dirty="0"/>
        </a:p>
      </dsp:txBody>
      <dsp:txXfrm>
        <a:off x="29700" y="272357"/>
        <a:ext cx="8039124" cy="549000"/>
      </dsp:txXfrm>
    </dsp:sp>
    <dsp:sp modelId="{9A20911B-9D66-49C4-9972-4CACD8B8CE7F}">
      <dsp:nvSpPr>
        <dsp:cNvPr id="0" name=""/>
        <dsp:cNvSpPr/>
      </dsp:nvSpPr>
      <dsp:spPr>
        <a:xfrm>
          <a:off x="0" y="925938"/>
          <a:ext cx="8098524" cy="608400"/>
        </a:xfrm>
        <a:prstGeom prst="roundRect">
          <a:avLst/>
        </a:prstGeom>
        <a:solidFill>
          <a:schemeClr val="accent2">
            <a:hueOff val="-10777498"/>
            <a:satOff val="0"/>
            <a:lumOff val="0"/>
            <a:alphaOff val="0"/>
          </a:schemeClr>
        </a:solidFill>
        <a:ln w="6350" cap="flat" cmpd="sng" algn="ctr">
          <a:prstDash val="solid"/>
          <a:miter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9060" tIns="99060" rIns="99060" bIns="99060" numCol="1" spcCol="1270" anchor="ctr" anchorCtr="0">
          <a:noAutofit/>
        </a:bodyPr>
        <a:lstStyle/>
        <a:p>
          <a:pPr marL="0" lvl="0" indent="0" algn="l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600" b="0" kern="1200"/>
            <a:t>Velmi jednoduchá funkce generátoru náhodných čísel</a:t>
          </a:r>
          <a:endParaRPr lang="en-US" sz="2600" kern="1200"/>
        </a:p>
      </dsp:txBody>
      <dsp:txXfrm>
        <a:off x="29700" y="955638"/>
        <a:ext cx="8039124" cy="549000"/>
      </dsp:txXfrm>
    </dsp:sp>
  </dsp:spTree>
</dsp:drawing>
</file>

<file path=ppt/diagrams/drawing5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9F9CCC70-D191-41E1-9521-2AF6C3E90BA8}">
      <dsp:nvSpPr>
        <dsp:cNvPr id="0" name=""/>
        <dsp:cNvSpPr/>
      </dsp:nvSpPr>
      <dsp:spPr>
        <a:xfrm>
          <a:off x="1102" y="1088187"/>
          <a:ext cx="2580906" cy="1290453"/>
        </a:xfrm>
        <a:prstGeom prst="roundRect">
          <a:avLst>
            <a:gd name="adj" fmla="val 10000"/>
          </a:avLst>
        </a:prstGeom>
        <a:solidFill>
          <a:schemeClr val="accent2">
            <a:hueOff val="0"/>
            <a:satOff val="0"/>
            <a:lumOff val="0"/>
            <a:alphaOff val="0"/>
          </a:schemeClr>
        </a:solidFill>
        <a:ln w="6350" cap="flat" cmpd="sng" algn="ctr">
          <a:prstDash val="solid"/>
          <a:miter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0005" tIns="26670" rIns="40005" bIns="26670" numCol="1" spcCol="1270" anchor="ctr" anchorCtr="0">
          <a:noAutofit/>
        </a:bodyPr>
        <a:lstStyle/>
        <a:p>
          <a:pPr marL="0" lvl="0" indent="0" algn="ctr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100" b="0" kern="1200"/>
            <a:t>počáteční hodnota algoritmu</a:t>
          </a:r>
          <a:endParaRPr lang="en-US" sz="2100" kern="1200"/>
        </a:p>
      </dsp:txBody>
      <dsp:txXfrm>
        <a:off x="38898" y="1125983"/>
        <a:ext cx="2505314" cy="1214861"/>
      </dsp:txXfrm>
    </dsp:sp>
    <dsp:sp modelId="{148FCC47-2ACA-4410-B894-5C9C3802B2F9}">
      <dsp:nvSpPr>
        <dsp:cNvPr id="0" name=""/>
        <dsp:cNvSpPr/>
      </dsp:nvSpPr>
      <dsp:spPr>
        <a:xfrm>
          <a:off x="3227236" y="1088187"/>
          <a:ext cx="2580906" cy="1290453"/>
        </a:xfrm>
        <a:prstGeom prst="roundRect">
          <a:avLst>
            <a:gd name="adj" fmla="val 10000"/>
          </a:avLst>
        </a:prstGeom>
        <a:solidFill>
          <a:schemeClr val="accent3">
            <a:hueOff val="0"/>
            <a:satOff val="0"/>
            <a:lumOff val="0"/>
            <a:alphaOff val="0"/>
          </a:schemeClr>
        </a:solidFill>
        <a:ln w="6350" cap="flat" cmpd="sng" algn="ctr">
          <a:prstDash val="solid"/>
          <a:miter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0005" tIns="26670" rIns="40005" bIns="26670" numCol="1" spcCol="1270" anchor="ctr" anchorCtr="0">
          <a:noAutofit/>
        </a:bodyPr>
        <a:lstStyle/>
        <a:p>
          <a:pPr marL="0" lvl="0" indent="0" algn="ctr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100" b="0" kern="1200"/>
            <a:t>Reprodukovatelnost</a:t>
          </a:r>
          <a:endParaRPr lang="en-US" sz="2100" kern="1200"/>
        </a:p>
      </dsp:txBody>
      <dsp:txXfrm>
        <a:off x="3265032" y="1125983"/>
        <a:ext cx="2505314" cy="1214861"/>
      </dsp:txXfrm>
    </dsp:sp>
    <dsp:sp modelId="{F3C6A59B-EF38-4798-8044-85BC922E0A29}">
      <dsp:nvSpPr>
        <dsp:cNvPr id="0" name=""/>
        <dsp:cNvSpPr/>
      </dsp:nvSpPr>
      <dsp:spPr>
        <a:xfrm>
          <a:off x="6453369" y="1088187"/>
          <a:ext cx="2580906" cy="1290453"/>
        </a:xfrm>
        <a:prstGeom prst="roundRect">
          <a:avLst>
            <a:gd name="adj" fmla="val 10000"/>
          </a:avLst>
        </a:prstGeom>
        <a:solidFill>
          <a:schemeClr val="accent4">
            <a:hueOff val="0"/>
            <a:satOff val="0"/>
            <a:lumOff val="0"/>
            <a:alphaOff val="0"/>
          </a:schemeClr>
        </a:solidFill>
        <a:ln w="6350" cap="flat" cmpd="sng" algn="ctr">
          <a:prstDash val="solid"/>
          <a:miter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0005" tIns="26670" rIns="40005" bIns="26670" numCol="1" spcCol="1270" anchor="ctr" anchorCtr="0">
          <a:noAutofit/>
        </a:bodyPr>
        <a:lstStyle/>
        <a:p>
          <a:pPr marL="0" lvl="0" indent="0" algn="ctr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cs-CZ" sz="2100" kern="1200"/>
            <a:t>Čas jako seed</a:t>
          </a:r>
          <a:endParaRPr lang="en-US" sz="2100" kern="1200"/>
        </a:p>
      </dsp:txBody>
      <dsp:txXfrm>
        <a:off x="6491165" y="1125983"/>
        <a:ext cx="2505314" cy="1214861"/>
      </dsp:txXfrm>
    </dsp:sp>
  </dsp:spTree>
</dsp:drawing>
</file>

<file path=ppt/diagrams/drawing6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3FBC33CE-7C70-46BD-9F5D-B27B250BAB02}">
      <dsp:nvSpPr>
        <dsp:cNvPr id="0" name=""/>
        <dsp:cNvSpPr/>
      </dsp:nvSpPr>
      <dsp:spPr>
        <a:xfrm>
          <a:off x="0" y="0"/>
          <a:ext cx="7680072" cy="1040048"/>
        </a:xfrm>
        <a:prstGeom prst="roundRect">
          <a:avLst>
            <a:gd name="adj" fmla="val 10000"/>
          </a:avLst>
        </a:prstGeom>
        <a:solidFill>
          <a:schemeClr val="accent2">
            <a:hueOff val="0"/>
            <a:satOff val="0"/>
            <a:lumOff val="0"/>
            <a:alphaOff val="0"/>
          </a:schemeClr>
        </a:solidFill>
        <a:ln w="6350" cap="flat" cmpd="sng" algn="ctr">
          <a:prstDash val="solid"/>
          <a:miter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6680" tIns="106680" rIns="106680" bIns="106680" numCol="1" spcCol="1270" anchor="ctr" anchorCtr="0">
          <a:noAutofit/>
        </a:bodyPr>
        <a:lstStyle/>
        <a:p>
          <a:pPr marL="0" lvl="0" indent="0" algn="l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800" b="0" kern="1200"/>
            <a:t>Procedurální generování</a:t>
          </a:r>
          <a:endParaRPr lang="en-US" sz="2800" kern="1200"/>
        </a:p>
      </dsp:txBody>
      <dsp:txXfrm>
        <a:off x="30462" y="30462"/>
        <a:ext cx="6557778" cy="979124"/>
      </dsp:txXfrm>
    </dsp:sp>
    <dsp:sp modelId="{EAF8069C-2AD1-40FD-BCBE-07CFD238A230}">
      <dsp:nvSpPr>
        <dsp:cNvPr id="0" name=""/>
        <dsp:cNvSpPr/>
      </dsp:nvSpPr>
      <dsp:spPr>
        <a:xfrm>
          <a:off x="677653" y="1213390"/>
          <a:ext cx="7680072" cy="1040048"/>
        </a:xfrm>
        <a:prstGeom prst="roundRect">
          <a:avLst>
            <a:gd name="adj" fmla="val 10000"/>
          </a:avLst>
        </a:prstGeom>
        <a:solidFill>
          <a:schemeClr val="accent2">
            <a:hueOff val="-5388749"/>
            <a:satOff val="0"/>
            <a:lumOff val="0"/>
            <a:alphaOff val="0"/>
          </a:schemeClr>
        </a:solidFill>
        <a:ln w="6350" cap="flat" cmpd="sng" algn="ctr">
          <a:prstDash val="solid"/>
          <a:miter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6680" tIns="106680" rIns="106680" bIns="106680" numCol="1" spcCol="1270" anchor="ctr" anchorCtr="0">
          <a:noAutofit/>
        </a:bodyPr>
        <a:lstStyle/>
        <a:p>
          <a:pPr marL="0" lvl="0" indent="0" algn="l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800" b="0" kern="1200"/>
            <a:t>Chování nepřátel</a:t>
          </a:r>
          <a:endParaRPr lang="en-US" sz="2800" kern="1200"/>
        </a:p>
      </dsp:txBody>
      <dsp:txXfrm>
        <a:off x="708115" y="1243852"/>
        <a:ext cx="6265463" cy="979124"/>
      </dsp:txXfrm>
    </dsp:sp>
    <dsp:sp modelId="{F46261F2-E384-4D20-BAD3-F4188C54B14F}">
      <dsp:nvSpPr>
        <dsp:cNvPr id="0" name=""/>
        <dsp:cNvSpPr/>
      </dsp:nvSpPr>
      <dsp:spPr>
        <a:xfrm>
          <a:off x="1355306" y="2426780"/>
          <a:ext cx="7680072" cy="1040048"/>
        </a:xfrm>
        <a:prstGeom prst="roundRect">
          <a:avLst>
            <a:gd name="adj" fmla="val 10000"/>
          </a:avLst>
        </a:prstGeom>
        <a:solidFill>
          <a:schemeClr val="accent2">
            <a:hueOff val="-10777498"/>
            <a:satOff val="0"/>
            <a:lumOff val="0"/>
            <a:alphaOff val="0"/>
          </a:schemeClr>
        </a:solidFill>
        <a:ln w="6350" cap="flat" cmpd="sng" algn="ctr">
          <a:prstDash val="solid"/>
          <a:miter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6680" tIns="106680" rIns="106680" bIns="106680" numCol="1" spcCol="1270" anchor="ctr" anchorCtr="0">
          <a:noAutofit/>
        </a:bodyPr>
        <a:lstStyle/>
        <a:p>
          <a:pPr marL="0" lvl="0" indent="0" algn="l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800" b="0" kern="1200"/>
            <a:t>čistá náhoda není férová – přimíchání dynamiky pro vyrovnání férovosti</a:t>
          </a:r>
          <a:endParaRPr lang="en-US" sz="2800" kern="1200"/>
        </a:p>
      </dsp:txBody>
      <dsp:txXfrm>
        <a:off x="1385768" y="2457242"/>
        <a:ext cx="6265463" cy="979124"/>
      </dsp:txXfrm>
    </dsp:sp>
    <dsp:sp modelId="{9C8E62F9-C148-4D3E-8EF2-97C68FAC9A66}">
      <dsp:nvSpPr>
        <dsp:cNvPr id="0" name=""/>
        <dsp:cNvSpPr/>
      </dsp:nvSpPr>
      <dsp:spPr>
        <a:xfrm>
          <a:off x="7004040" y="788703"/>
          <a:ext cx="676031" cy="676031"/>
        </a:xfrm>
        <a:prstGeom prst="downArrow">
          <a:avLst>
            <a:gd name="adj1" fmla="val 55000"/>
            <a:gd name="adj2" fmla="val 45000"/>
          </a:avLst>
        </a:prstGeom>
        <a:solidFill>
          <a:schemeClr val="accent2">
            <a:tint val="40000"/>
            <a:alpha val="90000"/>
            <a:hueOff val="0"/>
            <a:satOff val="0"/>
            <a:lumOff val="0"/>
            <a:alphaOff val="0"/>
          </a:schemeClr>
        </a:solidFill>
        <a:ln w="6350" cap="flat" cmpd="sng" algn="ctr">
          <a:prstDash val="solid"/>
          <a:miter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40640" tIns="40640" rIns="40640" bIns="40640" numCol="1" spcCol="1270" anchor="ctr" anchorCtr="0">
          <a:noAutofit/>
        </a:bodyPr>
        <a:lstStyle/>
        <a:p>
          <a:pPr marL="0" lvl="0" indent="0" algn="ctr" defTabSz="1422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3200" kern="1200"/>
        </a:p>
      </dsp:txBody>
      <dsp:txXfrm>
        <a:off x="7156147" y="788703"/>
        <a:ext cx="371817" cy="508713"/>
      </dsp:txXfrm>
    </dsp:sp>
    <dsp:sp modelId="{81BC1423-223C-4BCF-994E-BF5E32A5E1E4}">
      <dsp:nvSpPr>
        <dsp:cNvPr id="0" name=""/>
        <dsp:cNvSpPr/>
      </dsp:nvSpPr>
      <dsp:spPr>
        <a:xfrm>
          <a:off x="7681693" y="1995160"/>
          <a:ext cx="676031" cy="676031"/>
        </a:xfrm>
        <a:prstGeom prst="downArrow">
          <a:avLst>
            <a:gd name="adj1" fmla="val 55000"/>
            <a:gd name="adj2" fmla="val 45000"/>
          </a:avLst>
        </a:prstGeom>
        <a:solidFill>
          <a:schemeClr val="accent2">
            <a:tint val="40000"/>
            <a:alpha val="90000"/>
            <a:hueOff val="-12469590"/>
            <a:satOff val="0"/>
            <a:lumOff val="0"/>
            <a:alphaOff val="0"/>
          </a:schemeClr>
        </a:solidFill>
        <a:ln w="6350" cap="flat" cmpd="sng" algn="ctr">
          <a:prstDash val="solid"/>
          <a:miter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40640" tIns="40640" rIns="40640" bIns="40640" numCol="1" spcCol="1270" anchor="ctr" anchorCtr="0">
          <a:noAutofit/>
        </a:bodyPr>
        <a:lstStyle/>
        <a:p>
          <a:pPr marL="0" lvl="0" indent="0" algn="ctr" defTabSz="1422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3200" kern="1200"/>
        </a:p>
      </dsp:txBody>
      <dsp:txXfrm>
        <a:off x="7833800" y="1995160"/>
        <a:ext cx="371817" cy="508713"/>
      </dsp:txXfrm>
    </dsp:sp>
  </dsp:spTree>
</dsp:drawing>
</file>

<file path=ppt/diagrams/drawing7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3184A3A5-3898-4393-8E88-D2BB77D48B24}">
      <dsp:nvSpPr>
        <dsp:cNvPr id="0" name=""/>
        <dsp:cNvSpPr/>
      </dsp:nvSpPr>
      <dsp:spPr>
        <a:xfrm>
          <a:off x="796189" y="653414"/>
          <a:ext cx="1098000" cy="1098000"/>
        </a:xfrm>
        <a:prstGeom prst="round2DiagRect">
          <a:avLst>
            <a:gd name="adj1" fmla="val 29727"/>
            <a:gd name="adj2" fmla="val 0"/>
          </a:avLst>
        </a:prstGeom>
        <a:solidFill>
          <a:schemeClr val="accent2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1D0A9AB3-DFED-41DA-8954-389379D91C5D}">
      <dsp:nvSpPr>
        <dsp:cNvPr id="0" name=""/>
        <dsp:cNvSpPr/>
      </dsp:nvSpPr>
      <dsp:spPr>
        <a:xfrm>
          <a:off x="1030189" y="887414"/>
          <a:ext cx="630000" cy="630000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6350" cap="flat" cmpd="sng" algn="ctr">
          <a:noFill/>
          <a:prstDash val="solid"/>
          <a:miter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0AE82CCA-CA41-4D41-9D84-03E120D6A119}">
      <dsp:nvSpPr>
        <dsp:cNvPr id="0" name=""/>
        <dsp:cNvSpPr/>
      </dsp:nvSpPr>
      <dsp:spPr>
        <a:xfrm>
          <a:off x="445189" y="2093414"/>
          <a:ext cx="180000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en-US" sz="1900" b="0" kern="1200"/>
            <a:t>A/B testování</a:t>
          </a:r>
          <a:endParaRPr lang="en-US" sz="1900" kern="1200"/>
        </a:p>
      </dsp:txBody>
      <dsp:txXfrm>
        <a:off x="445189" y="2093414"/>
        <a:ext cx="1800000" cy="720000"/>
      </dsp:txXfrm>
    </dsp:sp>
    <dsp:sp modelId="{7D78DD81-64D8-4525-AC51-7D202E401E9E}">
      <dsp:nvSpPr>
        <dsp:cNvPr id="0" name=""/>
        <dsp:cNvSpPr/>
      </dsp:nvSpPr>
      <dsp:spPr>
        <a:xfrm>
          <a:off x="2911189" y="653414"/>
          <a:ext cx="1098000" cy="1098000"/>
        </a:xfrm>
        <a:prstGeom prst="round2DiagRect">
          <a:avLst>
            <a:gd name="adj1" fmla="val 29727"/>
            <a:gd name="adj2" fmla="val 0"/>
          </a:avLst>
        </a:prstGeom>
        <a:solidFill>
          <a:schemeClr val="accent3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AEB14800-B98B-42F5-9685-7713D0479313}">
      <dsp:nvSpPr>
        <dsp:cNvPr id="0" name=""/>
        <dsp:cNvSpPr/>
      </dsp:nvSpPr>
      <dsp:spPr>
        <a:xfrm>
          <a:off x="3145189" y="887414"/>
          <a:ext cx="630000" cy="630000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6350" cap="flat" cmpd="sng" algn="ctr">
          <a:noFill/>
          <a:prstDash val="solid"/>
          <a:miter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B05D0AD7-59DE-4ACD-A53D-318870B7A559}">
      <dsp:nvSpPr>
        <dsp:cNvPr id="0" name=""/>
        <dsp:cNvSpPr/>
      </dsp:nvSpPr>
      <dsp:spPr>
        <a:xfrm>
          <a:off x="2560189" y="2093414"/>
          <a:ext cx="180000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en-US" sz="1900" b="0" kern="1200"/>
            <a:t>genetické algoritmy</a:t>
          </a:r>
          <a:endParaRPr lang="en-US" sz="1900" kern="1200"/>
        </a:p>
      </dsp:txBody>
      <dsp:txXfrm>
        <a:off x="2560189" y="2093414"/>
        <a:ext cx="1800000" cy="720000"/>
      </dsp:txXfrm>
    </dsp:sp>
    <dsp:sp modelId="{F0929742-9B4D-4690-8061-D39AA9314627}">
      <dsp:nvSpPr>
        <dsp:cNvPr id="0" name=""/>
        <dsp:cNvSpPr/>
      </dsp:nvSpPr>
      <dsp:spPr>
        <a:xfrm>
          <a:off x="5026189" y="653414"/>
          <a:ext cx="1098000" cy="1098000"/>
        </a:xfrm>
        <a:prstGeom prst="round2DiagRect">
          <a:avLst>
            <a:gd name="adj1" fmla="val 29727"/>
            <a:gd name="adj2" fmla="val 0"/>
          </a:avLst>
        </a:prstGeom>
        <a:solidFill>
          <a:schemeClr val="accent4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947D9523-9883-420D-8764-8592F4885F13}">
      <dsp:nvSpPr>
        <dsp:cNvPr id="0" name=""/>
        <dsp:cNvSpPr/>
      </dsp:nvSpPr>
      <dsp:spPr>
        <a:xfrm>
          <a:off x="5260189" y="887414"/>
          <a:ext cx="630000" cy="630000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 w="6350" cap="flat" cmpd="sng" algn="ctr">
          <a:noFill/>
          <a:prstDash val="solid"/>
          <a:miter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6F2F81CC-68B7-4E19-AD69-F91A21BEB7A7}">
      <dsp:nvSpPr>
        <dsp:cNvPr id="0" name=""/>
        <dsp:cNvSpPr/>
      </dsp:nvSpPr>
      <dsp:spPr>
        <a:xfrm>
          <a:off x="4675189" y="2093414"/>
          <a:ext cx="180000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en-US" sz="1900" b="0" kern="1200"/>
            <a:t>simulované žíhání</a:t>
          </a:r>
          <a:endParaRPr lang="en-US" sz="1900" kern="1200"/>
        </a:p>
      </dsp:txBody>
      <dsp:txXfrm>
        <a:off x="4675189" y="2093414"/>
        <a:ext cx="1800000" cy="720000"/>
      </dsp:txXfrm>
    </dsp:sp>
    <dsp:sp modelId="{96176267-A180-4CAB-85EF-239722A55C95}">
      <dsp:nvSpPr>
        <dsp:cNvPr id="0" name=""/>
        <dsp:cNvSpPr/>
      </dsp:nvSpPr>
      <dsp:spPr>
        <a:xfrm>
          <a:off x="7141189" y="653414"/>
          <a:ext cx="1098000" cy="1098000"/>
        </a:xfrm>
        <a:prstGeom prst="round2DiagRect">
          <a:avLst>
            <a:gd name="adj1" fmla="val 29727"/>
            <a:gd name="adj2" fmla="val 0"/>
          </a:avLst>
        </a:prstGeom>
        <a:solidFill>
          <a:schemeClr val="accent5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11B76216-FAFB-45BA-85D9-89296A298302}">
      <dsp:nvSpPr>
        <dsp:cNvPr id="0" name=""/>
        <dsp:cNvSpPr/>
      </dsp:nvSpPr>
      <dsp:spPr>
        <a:xfrm>
          <a:off x="7375189" y="887414"/>
          <a:ext cx="630000" cy="630000"/>
        </a:xfrm>
        <a:prstGeom prst="rect">
          <a:avLst/>
        </a:prstGeom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  <a:ln w="6350" cap="flat" cmpd="sng" algn="ctr">
          <a:noFill/>
          <a:prstDash val="solid"/>
          <a:miter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8A21B358-F911-4BC2-92C6-021AC6D5E560}">
      <dsp:nvSpPr>
        <dsp:cNvPr id="0" name=""/>
        <dsp:cNvSpPr/>
      </dsp:nvSpPr>
      <dsp:spPr>
        <a:xfrm>
          <a:off x="6790189" y="2093414"/>
          <a:ext cx="180000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en-US" sz="1900" b="0" kern="1200"/>
            <a:t>Optimalizace algoritmů</a:t>
          </a:r>
          <a:endParaRPr lang="en-US" sz="1900" kern="1200"/>
        </a:p>
      </dsp:txBody>
      <dsp:txXfrm>
        <a:off x="6790189" y="2093414"/>
        <a:ext cx="1800000" cy="720000"/>
      </dsp:txXfrm>
    </dsp:sp>
  </dsp:spTree>
</dsp:drawing>
</file>

<file path=ppt/diagrams/drawing8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6C2E62BD-EEEE-4A8C-B9DC-649C14403D13}">
      <dsp:nvSpPr>
        <dsp:cNvPr id="0" name=""/>
        <dsp:cNvSpPr/>
      </dsp:nvSpPr>
      <dsp:spPr>
        <a:xfrm>
          <a:off x="604939" y="315914"/>
          <a:ext cx="1612687" cy="1612687"/>
        </a:xfrm>
        <a:prstGeom prst="ellipse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6B5340FC-A969-4CCF-A61E-6EC4807D4533}">
      <dsp:nvSpPr>
        <dsp:cNvPr id="0" name=""/>
        <dsp:cNvSpPr/>
      </dsp:nvSpPr>
      <dsp:spPr>
        <a:xfrm>
          <a:off x="948627" y="659602"/>
          <a:ext cx="925312" cy="925312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6350" cap="flat" cmpd="sng" algn="ctr">
          <a:noFill/>
          <a:prstDash val="solid"/>
          <a:miter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318687CA-2CE1-4895-8B72-D45F1F0CB658}">
      <dsp:nvSpPr>
        <dsp:cNvPr id="0" name=""/>
        <dsp:cNvSpPr/>
      </dsp:nvSpPr>
      <dsp:spPr>
        <a:xfrm>
          <a:off x="89408" y="2430914"/>
          <a:ext cx="264375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en-US" sz="1300" b="1" kern="1200" dirty="0" err="1"/>
            <a:t>Lidé</a:t>
          </a:r>
          <a:r>
            <a:rPr lang="en-US" sz="1300" b="1" kern="1200" dirty="0"/>
            <a:t> </a:t>
          </a:r>
          <a:r>
            <a:rPr lang="en-US" sz="1300" b="1" kern="1200" dirty="0" err="1"/>
            <a:t>přirozeně</a:t>
          </a:r>
          <a:r>
            <a:rPr lang="en-US" sz="1300" b="1" kern="1200" dirty="0"/>
            <a:t> </a:t>
          </a:r>
          <a:r>
            <a:rPr lang="en-US" sz="1300" b="1" kern="1200" dirty="0" err="1"/>
            <a:t>vidí</a:t>
          </a:r>
          <a:r>
            <a:rPr lang="en-US" sz="1300" b="1" kern="1200" dirty="0"/>
            <a:t> </a:t>
          </a:r>
          <a:r>
            <a:rPr lang="en-US" sz="1300" b="1" kern="1200" dirty="0" err="1"/>
            <a:t>vzorce</a:t>
          </a:r>
          <a:r>
            <a:rPr lang="en-US" sz="1300" b="1" kern="1200" dirty="0"/>
            <a:t> v </a:t>
          </a:r>
          <a:r>
            <a:rPr lang="en-US" sz="1300" b="1" kern="1200" dirty="0" err="1"/>
            <a:t>chaosu</a:t>
          </a:r>
          <a:r>
            <a:rPr lang="en-US" sz="1300" b="1" kern="1200" dirty="0"/>
            <a:t> (Gambler's Fallacy)</a:t>
          </a:r>
        </a:p>
      </dsp:txBody>
      <dsp:txXfrm>
        <a:off x="89408" y="2430914"/>
        <a:ext cx="2643750" cy="720000"/>
      </dsp:txXfrm>
    </dsp:sp>
    <dsp:sp modelId="{D4BD71E5-5E85-4105-84E3-165445B39120}">
      <dsp:nvSpPr>
        <dsp:cNvPr id="0" name=""/>
        <dsp:cNvSpPr/>
      </dsp:nvSpPr>
      <dsp:spPr>
        <a:xfrm>
          <a:off x="3711345" y="315914"/>
          <a:ext cx="1612687" cy="1612687"/>
        </a:xfrm>
        <a:prstGeom prst="ellipse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EE5069D1-4B09-4536-9C0C-D69B2D01CEBB}">
      <dsp:nvSpPr>
        <dsp:cNvPr id="0" name=""/>
        <dsp:cNvSpPr/>
      </dsp:nvSpPr>
      <dsp:spPr>
        <a:xfrm>
          <a:off x="4055033" y="659602"/>
          <a:ext cx="925312" cy="925312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6350" cap="flat" cmpd="sng" algn="ctr">
          <a:noFill/>
          <a:prstDash val="solid"/>
          <a:miter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D043FFA4-10FF-4CCF-B33A-355306B27AFC}">
      <dsp:nvSpPr>
        <dsp:cNvPr id="0" name=""/>
        <dsp:cNvSpPr/>
      </dsp:nvSpPr>
      <dsp:spPr>
        <a:xfrm>
          <a:off x="3195814" y="2430914"/>
          <a:ext cx="264375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en-US" sz="1300" b="1" kern="1200" dirty="0"/>
            <a:t>Spotify Shuffle: </a:t>
          </a:r>
          <a:r>
            <a:rPr lang="en-US" sz="1300" b="1" kern="1200" dirty="0" err="1"/>
            <a:t>Proč</a:t>
          </a:r>
          <a:r>
            <a:rPr lang="en-US" sz="1300" b="1" kern="1200" dirty="0"/>
            <a:t> '</a:t>
          </a:r>
          <a:r>
            <a:rPr lang="en-US" sz="1300" b="1" kern="1200" dirty="0" err="1"/>
            <a:t>skutečná</a:t>
          </a:r>
          <a:r>
            <a:rPr lang="en-US" sz="1300" b="1" kern="1200" dirty="0"/>
            <a:t>' </a:t>
          </a:r>
          <a:r>
            <a:rPr lang="en-US" sz="1300" b="1" kern="1200" dirty="0" err="1"/>
            <a:t>náhoda</a:t>
          </a:r>
          <a:r>
            <a:rPr lang="en-US" sz="1300" b="1" kern="1200" dirty="0"/>
            <a:t> </a:t>
          </a:r>
          <a:r>
            <a:rPr lang="en-US" sz="1300" b="1" kern="1200" dirty="0" err="1"/>
            <a:t>zní</a:t>
          </a:r>
          <a:r>
            <a:rPr lang="en-US" sz="1300" b="1" kern="1200" dirty="0"/>
            <a:t> </a:t>
          </a:r>
          <a:r>
            <a:rPr lang="en-US" sz="1300" b="1" kern="1200" dirty="0" err="1"/>
            <a:t>lidem</a:t>
          </a:r>
          <a:r>
            <a:rPr lang="en-US" sz="1300" b="1" kern="1200" dirty="0"/>
            <a:t> </a:t>
          </a:r>
          <a:r>
            <a:rPr lang="en-US" sz="1300" b="1" kern="1200" dirty="0" err="1"/>
            <a:t>chybně</a:t>
          </a:r>
          <a:r>
            <a:rPr lang="en-US" sz="1300" b="1" kern="1200" dirty="0"/>
            <a:t>?</a:t>
          </a:r>
        </a:p>
      </dsp:txBody>
      <dsp:txXfrm>
        <a:off x="3195814" y="2430914"/>
        <a:ext cx="2643750" cy="720000"/>
      </dsp:txXfrm>
    </dsp:sp>
    <dsp:sp modelId="{0209DF70-D5D0-4466-8D84-6AC4306356E9}">
      <dsp:nvSpPr>
        <dsp:cNvPr id="0" name=""/>
        <dsp:cNvSpPr/>
      </dsp:nvSpPr>
      <dsp:spPr>
        <a:xfrm>
          <a:off x="6817752" y="315914"/>
          <a:ext cx="1612687" cy="1612687"/>
        </a:xfrm>
        <a:prstGeom prst="ellipse">
          <a:avLst/>
        </a:prstGeom>
        <a:solidFill>
          <a:schemeClr val="accent4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7F4C15CD-8363-46DD-8101-A2F0551E091E}">
      <dsp:nvSpPr>
        <dsp:cNvPr id="0" name=""/>
        <dsp:cNvSpPr/>
      </dsp:nvSpPr>
      <dsp:spPr>
        <a:xfrm>
          <a:off x="7161439" y="659602"/>
          <a:ext cx="925312" cy="925312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 w="6350" cap="flat" cmpd="sng" algn="ctr">
          <a:noFill/>
          <a:prstDash val="solid"/>
          <a:miter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ADBF5DC9-2A40-4D2E-9E7A-493DCE72B35B}">
      <dsp:nvSpPr>
        <dsp:cNvPr id="0" name=""/>
        <dsp:cNvSpPr/>
      </dsp:nvSpPr>
      <dsp:spPr>
        <a:xfrm>
          <a:off x="6302220" y="2430914"/>
          <a:ext cx="264375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en-US" sz="1300" b="1" kern="1200" dirty="0" err="1"/>
            <a:t>Algoritmy</a:t>
          </a:r>
          <a:r>
            <a:rPr lang="en-US" sz="1300" b="1" kern="1200" dirty="0"/>
            <a:t> se </a:t>
          </a:r>
          <a:r>
            <a:rPr lang="en-US" sz="1300" b="1" kern="1200" dirty="0" err="1"/>
            <a:t>upravují</a:t>
          </a:r>
          <a:r>
            <a:rPr lang="en-US" sz="1300" b="1" kern="1200" dirty="0"/>
            <a:t>, aby </a:t>
          </a:r>
          <a:r>
            <a:rPr lang="en-US" sz="1300" b="1" kern="1200" dirty="0" err="1"/>
            <a:t>vypadaly</a:t>
          </a:r>
          <a:r>
            <a:rPr lang="en-US" sz="1300" b="1" kern="1200" dirty="0"/>
            <a:t> '</a:t>
          </a:r>
          <a:r>
            <a:rPr lang="en-US" sz="1300" b="1" kern="1200" dirty="0" err="1"/>
            <a:t>víc</a:t>
          </a:r>
          <a:r>
            <a:rPr lang="en-US" sz="1300" b="1" kern="1200" dirty="0"/>
            <a:t> </a:t>
          </a:r>
          <a:r>
            <a:rPr lang="en-US" sz="1300" b="1" kern="1200" dirty="0" err="1"/>
            <a:t>náhodně</a:t>
          </a:r>
          <a:r>
            <a:rPr lang="en-US" sz="1300" b="1" kern="1200" dirty="0"/>
            <a:t>' </a:t>
          </a:r>
          <a:r>
            <a:rPr lang="en-US" sz="1300" b="1" kern="1200" dirty="0" err="1"/>
            <a:t>tím</a:t>
          </a:r>
          <a:r>
            <a:rPr lang="en-US" sz="1300" b="1" kern="1200" dirty="0"/>
            <a:t>, </a:t>
          </a:r>
          <a:r>
            <a:rPr lang="en-US" sz="1300" b="1" kern="1200" dirty="0" err="1"/>
            <a:t>že</a:t>
          </a:r>
          <a:r>
            <a:rPr lang="en-US" sz="1300" b="1" kern="1200" dirty="0"/>
            <a:t> </a:t>
          </a:r>
          <a:r>
            <a:rPr lang="en-US" sz="1300" b="1" kern="1200" dirty="0" err="1"/>
            <a:t>náhodu</a:t>
          </a:r>
          <a:r>
            <a:rPr lang="en-US" sz="1300" b="1" kern="1200" dirty="0"/>
            <a:t> </a:t>
          </a:r>
          <a:r>
            <a:rPr lang="en-US" sz="1300" b="1" kern="1200" dirty="0" err="1"/>
            <a:t>omezí</a:t>
          </a:r>
          <a:r>
            <a:rPr lang="en-US" sz="1300" b="1" kern="1200" dirty="0"/>
            <a:t>.</a:t>
          </a:r>
        </a:p>
      </dsp:txBody>
      <dsp:txXfrm>
        <a:off x="6302220" y="2430914"/>
        <a:ext cx="2643750" cy="720000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hierarchy2">
  <dgm:title val=""/>
  <dgm:desc val=""/>
  <dgm:catLst>
    <dgm:cat type="hierarchy" pri="5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" destId="22" srcOrd="1" destOrd="0"/>
        <dgm:cxn modelId="33" srcId="3" destId="31" srcOrd="0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12"/>
      </dgm:ptLst>
      <dgm:cxnLst>
        <dgm:cxn modelId="2" srcId="0" destId="1" srcOrd="0" destOrd="0"/>
        <dgm:cxn modelId="13" srcId="1" destId="11" srcOrd="0" destOrd="0"/>
        <dgm:cxn modelId="14" srcId="1" destId="1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21"/>
        <dgm:pt modelId="211"/>
        <dgm:pt modelId="3"/>
        <dgm:pt modelId="31"/>
        <dgm:pt modelId="311"/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1" destId="211" srcOrd="0" destOrd="0"/>
        <dgm:cxn modelId="33" srcId="3" destId="31" srcOrd="0" destOrd="0"/>
        <dgm:cxn modelId="34" srcId="31" destId="311" srcOrd="0" destOrd="0"/>
      </dgm:cxnLst>
      <dgm:bg/>
      <dgm:whole/>
    </dgm:dataModel>
  </dgm:clrData>
  <dgm:layoutNode name="diagram">
    <dgm:varLst>
      <dgm:chPref val="1"/>
      <dgm:dir/>
      <dgm:animOne val="branch"/>
      <dgm:animLvl val="lvl"/>
      <dgm:resizeHandles val="exact"/>
    </dgm:varLst>
    <dgm:choose name="Name0">
      <dgm:if name="Name1" func="var" arg="dir" op="equ" val="norm">
        <dgm:alg type="hierChild">
          <dgm:param type="linDir" val="fromT"/>
          <dgm:param type="chAlign" val="l"/>
        </dgm:alg>
      </dgm:if>
      <dgm:else name="Name2">
        <dgm:alg type="hierChild">
          <dgm:param type="linDir" val="fromT"/>
          <dgm:param type="chAlign" val="r"/>
        </dgm:alg>
      </dgm:else>
    </dgm:choose>
    <dgm:shape xmlns:r="http://schemas.openxmlformats.org/officeDocument/2006/relationships" r:blip="">
      <dgm:adjLst/>
    </dgm:shape>
    <dgm:presOf/>
    <dgm:constrLst>
      <dgm:constr type="h" for="des" ptType="node" refType="h"/>
      <dgm:constr type="w" for="des" ptType="node" refType="h" refFor="des" refPtType="node" fact="2"/>
      <dgm:constr type="sibSp" refType="h" refFor="des" refPtType="node" op="equ" fact="0.15"/>
      <dgm:constr type="sibSp" for="des" forName="level2hierChild" refType="h" refFor="des" refPtType="node" op="equ" fact="0.15"/>
      <dgm:constr type="sibSp" for="des" forName="level3hierChild" refType="h" refFor="des" refPtType="node" op="equ" fact="0.15"/>
      <dgm:constr type="sp" for="des" forName="root1" refType="w" refFor="des" refPtType="node" fact="0.4"/>
      <dgm:constr type="sp" for="des" forName="root2" refType="sp" refFor="des" refForName="root1" op="equ"/>
      <dgm:constr type="primFontSz" for="des" ptType="node" op="equ" val="65"/>
      <dgm:constr type="primFontSz" for="des" forName="connTx" op="equ" val="55"/>
      <dgm:constr type="primFontSz" for="des" forName="connTx" refType="primFontSz" refFor="des" refPtType="node" op="lte" fact="0.8"/>
    </dgm:constrLst>
    <dgm:ruleLst/>
    <dgm:forEach name="Name3" axis="ch">
      <dgm:forEach name="Name4" axis="self" ptType="node">
        <dgm:layoutNode name="root1">
          <dgm:choose name="Name5">
            <dgm:if name="Name6" func="var" arg="dir" op="equ" val="norm">
              <dgm:alg type="hierRoot">
                <dgm:param type="hierAlign" val="lCtrCh"/>
              </dgm:alg>
            </dgm:if>
            <dgm:else name="Name7">
              <dgm:alg type="hierRoot">
                <dgm:param type="hierAlign" val="rCtrCh"/>
              </dgm:alg>
            </dgm:else>
          </dgm:choose>
          <dgm:shape xmlns:r="http://schemas.openxmlformats.org/officeDocument/2006/relationships" r:blip="">
            <dgm:adjLst/>
          </dgm:shape>
          <dgm:presOf/>
          <dgm:constrLst/>
          <dgm:ruleLst/>
          <dgm:layoutNode name="LevelOneTextNode" styleLbl="node0">
            <dgm:varLst>
              <dgm:chPref val="3"/>
            </dgm:varLst>
            <dgm:alg type="tx"/>
            <dgm:shape xmlns:r="http://schemas.openxmlformats.org/officeDocument/2006/relationships" type="roundRect" r:blip="">
              <dgm:adjLst>
                <dgm:adj idx="1" val="0.1"/>
              </dgm:adjLst>
            </dgm:shape>
            <dgm:presOf axis="self"/>
            <dgm:constrLst>
              <dgm:constr type="tMarg" refType="primFontSz" fact="0.05"/>
              <dgm:constr type="bMarg" refType="primFontSz" fact="0.05"/>
              <dgm:constr type="lMarg" refType="primFontSz" fact="0.05"/>
              <dgm:constr type="rMarg" refType="primFontSz" fact="0.05"/>
            </dgm:constrLst>
            <dgm:ruleLst>
              <dgm:rule type="primFontSz" val="5" fact="NaN" max="NaN"/>
            </dgm:ruleLst>
          </dgm:layoutNode>
          <dgm:layoutNode name="level2hierChild">
            <dgm:choose name="Name8">
              <dgm:if name="Name9" func="var" arg="dir" op="equ" val="norm">
                <dgm:alg type="hierChild">
                  <dgm:param type="linDir" val="fromT"/>
                  <dgm:param type="chAlign" val="l"/>
                </dgm:alg>
              </dgm:if>
              <dgm:else name="Name10">
                <dgm:alg type="hierChild">
                  <dgm:param type="linDir" val="fromT"/>
                  <dgm:param type="chAlign" val="r"/>
                </dgm:alg>
              </dgm:else>
            </dgm:choose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repeat" axis="ch">
              <dgm:forEach name="Name11" axis="self" ptType="parTrans" cnt="1">
                <dgm:layoutNode name="conn2-1">
                  <dgm:choose name="Name12">
                    <dgm:if name="Name13" func="var" arg="dir" op="equ" val="norm">
                      <dgm:alg type="conn">
                        <dgm:param type="dim" val="1D"/>
                        <dgm:param type="begPts" val="midR"/>
                        <dgm:param type="endPts" val="midL"/>
                        <dgm:param type="endSty" val="noArr"/>
                      </dgm:alg>
                    </dgm:if>
                    <dgm:else name="Name14">
                      <dgm:alg type="conn">
                        <dgm:param type="dim" val="1D"/>
                        <dgm:param type="begPts" val="midL"/>
                        <dgm:param type="endPts" val="midR"/>
                        <dgm:param type="endSty" val="noArr"/>
                      </dgm:alg>
                    </dgm:else>
                  </dgm:choose>
                  <dgm:shape xmlns:r="http://schemas.openxmlformats.org/officeDocument/2006/relationships" type="conn" r:blip="">
                    <dgm:adjLst/>
                  </dgm:shape>
                  <dgm:presOf axis="self"/>
                  <dgm:constrLst>
                    <dgm:constr type="w" val="1"/>
                    <dgm:constr type="h" val="5"/>
                    <dgm:constr type="connDist"/>
                    <dgm:constr type="begPad"/>
                    <dgm:constr type="endPad"/>
                    <dgm:constr type="userA" for="ch" refType="connDist"/>
                  </dgm:constrLst>
                  <dgm:ruleLst/>
                  <dgm:layoutNode name="connTx">
                    <dgm:alg type="tx">
                      <dgm:param type="autoTxRot" val="grav"/>
                    </dgm:alg>
                    <dgm:shape xmlns:r="http://schemas.openxmlformats.org/officeDocument/2006/relationships" type="rect" r:blip="" hideGeom="1">
                      <dgm:adjLst/>
                    </dgm:shape>
                    <dgm:presOf axis="self"/>
                    <dgm:constrLst>
                      <dgm:constr type="userA"/>
                      <dgm:constr type="w" refType="userA" fact="0.05"/>
                      <dgm:constr type="h" refType="userA" fact="0.05"/>
                      <dgm:constr type="lMarg" val="1"/>
                      <dgm:constr type="rMarg" val="1"/>
                      <dgm:constr type="tMarg"/>
                      <dgm:constr type="bMarg"/>
                    </dgm:constrLst>
                    <dgm:ruleLst>
                      <dgm:rule type="h" val="NaN" fact="0.25" max="NaN"/>
                      <dgm:rule type="w" val="NaN" fact="0.8" max="NaN"/>
                      <dgm:rule type="primFontSz" val="5" fact="NaN" max="NaN"/>
                    </dgm:ruleLst>
                  </dgm:layoutNode>
                </dgm:layoutNode>
              </dgm:forEach>
              <dgm:forEach name="Name15" axis="self" ptType="node">
                <dgm:layoutNode name="root2">
                  <dgm:choose name="Name16">
                    <dgm:if name="Name17" func="var" arg="dir" op="equ" val="norm">
                      <dgm:alg type="hierRoot">
                        <dgm:param type="hierAlign" val="lCtrCh"/>
                      </dgm:alg>
                    </dgm:if>
                    <dgm:else name="Name18">
                      <dgm:alg type="hierRoot">
                        <dgm:param type="hierAlign" val="rCtrCh"/>
                      </dgm:alg>
                    </dgm:else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  <dgm:layoutNode name="LevelTwoTextNode">
                    <dgm:varLst>
                      <dgm:chPref val="3"/>
                    </dgm:varLst>
                    <dgm:alg type="tx"/>
                    <dgm:shape xmlns:r="http://schemas.openxmlformats.org/officeDocument/2006/relationships" type="roundRect" r:blip="">
                      <dgm:adjLst>
                        <dgm:adj idx="1" val="0.1"/>
                      </dgm:adjLst>
                    </dgm:shape>
                    <dgm:presOf axis="self"/>
                    <dgm:constrLst>
                      <dgm:constr type="tMarg" refType="primFontSz" fact="0.05"/>
                      <dgm:constr type="bMarg" refType="primFontSz" fact="0.05"/>
                      <dgm:constr type="lMarg" refType="primFontSz" fact="0.05"/>
                      <dgm:constr type="rMarg" refType="primFontSz" fact="0.05"/>
                    </dgm:constrLst>
                    <dgm:ruleLst>
                      <dgm:rule type="primFontSz" val="5" fact="NaN" max="NaN"/>
                    </dgm:ruleLst>
                  </dgm:layoutNode>
                  <dgm:layoutNode name="level3hierChild">
                    <dgm:choose name="Name19">
                      <dgm:if name="Name20" func="var" arg="dir" op="equ" val="norm">
                        <dgm:alg type="hierChild">
                          <dgm:param type="linDir" val="fromT"/>
                          <dgm:param type="chAlign" val="l"/>
                        </dgm:alg>
                      </dgm:if>
                      <dgm:else name="Name21">
                        <dgm:alg type="hierChild">
                          <dgm:param type="linDir" val="fromT"/>
                          <dgm:param type="chAlign" val="r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constrLst/>
                    <dgm:ruleLst/>
                    <dgm:forEach name="Name22" ref="repeat"/>
                  </dgm:layoutNode>
                </dgm:layoutNode>
              </dgm:forEach>
            </dgm:forEach>
          </dgm:layoutNode>
        </dgm:layoutNode>
      </dgm:forEach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list1">
  <dgm:title val=""/>
  <dgm:desc val=""/>
  <dgm:catLst>
    <dgm:cat type="list" pri="4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4" srcId="0" destId="1" srcOrd="0" destOrd="0"/>
        <dgm:cxn modelId="5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dir/>
      <dgm:animLvl val="lvl"/>
      <dgm:resizeHandles val="exact"/>
    </dgm:varLst>
    <dgm:choose name="Name0">
      <dgm:if name="Name1" func="var" arg="dir" op="equ" val="norm">
        <dgm:alg type="lin">
          <dgm:param type="linDir" val="fromT"/>
          <dgm:param type="vertAlign" val="mid"/>
          <dgm:param type="horzAlign" val="l"/>
          <dgm:param type="nodeHorzAlign" val="l"/>
        </dgm:alg>
      </dgm:if>
      <dgm:else name="Name2">
        <dgm:alg type="lin">
          <dgm:param type="linDir" val="fromT"/>
          <dgm:param type="vertAlign" val="mid"/>
          <dgm:param type="horzAlign" val="r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parentLin" refType="w"/>
      <dgm:constr type="h" for="ch" forName="parentLin" val="INF"/>
      <dgm:constr type="w" for="des" forName="parentLeftMargin" refType="w" fact="0.05"/>
      <dgm:constr type="w" for="des" forName="parentText" refType="w" fact="0.7"/>
      <dgm:constr type="h" for="des" forName="parentText" refType="primFontSz" refFor="des" refForName="parentText" fact="0.82"/>
      <dgm:constr type="h" for="ch" forName="negativeSpace" refType="primFontSz" refFor="des" refForName="parentText" fact="-0.41"/>
      <dgm:constr type="h" for="ch" forName="negativeSpace" refType="h" refFor="des" refForName="parentText" op="lte" fact="-0.82"/>
      <dgm:constr type="h" for="ch" forName="negativeSpace" refType="h" refFor="des" refForName="parentText" op="gte" fact="-0.82"/>
      <dgm:constr type="w" for="ch" forName="childText" refType="w"/>
      <dgm:constr type="h" for="ch" forName="childText" refType="primFontSz" refFor="des" refForName="parentText" fact="0.7"/>
      <dgm:constr type="primFontSz" for="des" forName="parentText" val="65"/>
      <dgm:constr type="primFontSz" for="ch" forName="childText" refType="primFontSz" refFor="des" refForName="parentText"/>
      <dgm:constr type="tMarg" for="ch" forName="childText" refType="primFontSz" refFor="des" refForName="parentText" fact="1.64"/>
      <dgm:constr type="tMarg" for="ch" forName="childText" refType="h" refFor="des" refForName="parentText" op="lte" fact="3.28"/>
      <dgm:constr type="tMarg" for="ch" forName="childText" refType="h" refFor="des" refForName="parentText" op="gte" fact="3.28"/>
      <dgm:constr type="lMarg" for="ch" forName="childText" refType="w" fact="0.22"/>
      <dgm:constr type="rMarg" for="ch" forName="childText" refType="lMarg" refFor="ch" refForName="childText"/>
      <dgm:constr type="lMarg" for="des" forName="parentText" refType="w" fact="0.075"/>
      <dgm:constr type="rMarg" for="des" forName="parentText" refType="lMarg" refFor="des" refForName="parentText"/>
      <dgm:constr type="h" for="ch" forName="spaceBetweenRectangles" refType="primFontSz" refFor="des" refForName="parentText" fact="0.15"/>
    </dgm:constrLst>
    <dgm:ruleLst>
      <dgm:rule type="primFontSz" for="des" forName="parentText" val="5" fact="NaN" max="NaN"/>
    </dgm:ruleLst>
    <dgm:forEach name="Name3" axis="ch" ptType="node">
      <dgm:layoutNode name="parentLin">
        <dgm:choose name="Name4">
          <dgm:if name="Name5" func="var" arg="dir" op="equ" val="norm">
            <dgm:alg type="lin">
              <dgm:param type="linDir" val="fromL"/>
              <dgm:param type="horzAlign" val="l"/>
              <dgm:param type="nodeHorzAlign" val="l"/>
            </dgm:alg>
          </dgm:if>
          <dgm:else name="Name6">
            <dgm:alg type="lin">
              <dgm:param type="linDir" val="fromR"/>
              <dgm:param type="horzAlign" val="r"/>
              <dgm:param type="nodeHorzAlign" val="r"/>
            </dgm:alg>
          </dgm:else>
        </dgm:choose>
        <dgm:shape xmlns:r="http://schemas.openxmlformats.org/officeDocument/2006/relationships" r:blip="">
          <dgm:adjLst/>
        </dgm:shape>
        <dgm:presOf/>
        <dgm:constrLst/>
        <dgm:ruleLst/>
        <dgm:layoutNode name="parentLeftMargin">
          <dgm:alg type="sp"/>
          <dgm:shape xmlns:r="http://schemas.openxmlformats.org/officeDocument/2006/relationships" type="rect" r:blip="" hideGeom="1">
            <dgm:adjLst/>
          </dgm:shape>
          <dgm:presOf axis="self"/>
          <dgm:constrLst>
            <dgm:constr type="h"/>
          </dgm:constrLst>
          <dgm:ruleLst/>
        </dgm:layoutNode>
        <dgm:layoutNode name="parentText" styleLbl="node1">
          <dgm:varLst>
            <dgm:chMax val="0"/>
            <dgm:bulletEnabled val="1"/>
          </dgm:varLst>
          <dgm:choose name="Name7">
            <dgm:if name="Name8" func="var" arg="dir" op="equ" val="norm">
              <dgm:alg type="tx">
                <dgm:param type="parTxLTRAlign" val="l"/>
                <dgm:param type="parTxRTLAlign" val="l"/>
              </dgm:alg>
            </dgm:if>
            <dgm:else name="Name9">
              <dgm:alg type="tx">
                <dgm:param type="parTxLTRAlign" val="r"/>
                <dgm:param type="parTxRTLAlign" val="r"/>
              </dgm:alg>
            </dgm:else>
          </dgm:choose>
          <dgm:shape xmlns:r="http://schemas.openxmlformats.org/officeDocument/2006/relationships" type="roundRect" r:blip="">
            <dgm:adjLst/>
          </dgm:shape>
          <dgm:presOf axis="self" ptType="node"/>
          <dgm:constrLst>
            <dgm:constr type="tMarg"/>
            <dgm:constr type="bMarg"/>
          </dgm:constrLst>
          <dgm:ruleLst/>
        </dgm:layoutNode>
      </dgm:layoutNode>
      <dgm:layoutNode name="negativeSpace">
        <dgm:alg type="sp"/>
        <dgm:shape xmlns:r="http://schemas.openxmlformats.org/officeDocument/2006/relationships" r:blip="">
          <dgm:adjLst/>
        </dgm:shape>
        <dgm:presOf/>
        <dgm:constrLst/>
        <dgm:ruleLst/>
      </dgm:layoutNode>
      <dgm:layoutNode name="childText" styleLbl="conFgAcc1">
        <dgm:varLst>
          <dgm:bulletEnabled val="1"/>
        </dgm:varLst>
        <dgm:alg type="tx">
          <dgm:param type="stBulletLvl" val="1"/>
        </dgm:alg>
        <dgm:shape xmlns:r="http://schemas.openxmlformats.org/officeDocument/2006/relationships" type="rect" r:blip="" zOrderOff="-2">
          <dgm:adjLst/>
        </dgm:shape>
        <dgm:presOf axis="des" ptType="node"/>
        <dgm:constrLst>
          <dgm:constr type="secFontSz" refType="primFontSz"/>
        </dgm:constrLst>
        <dgm:ruleLst>
          <dgm:rule type="h" val="INF" fact="NaN" max="NaN"/>
        </dgm:ruleLst>
      </dgm:layoutNode>
      <dgm:forEach name="Name10" axis="followSib" ptType="sibTrans" cnt="1">
        <dgm:layoutNode name="spaceBetweenRectangle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18/5/layout/IconLeafLabelList">
  <dgm:title val="Icon Leaf Label List"/>
  <dgm:desc val="Use to show non-sequential or grouped chunks of information accompanied by a related visuals. Works best with icons or small pictures with short text ca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snake">
          <dgm:param type="grDir" val="tL"/>
          <dgm:param type="flowDir" val="row"/>
          <dgm:param type="contDir" val="sameDir"/>
          <dgm:param type="off" val="ctr"/>
          <dgm:param type="vertAlign" val="mid"/>
          <dgm:param type="horzAlign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  <dgm:param type="vertAlign" val="mid"/>
          <dgm:param type="horzAlign" val="ct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2">
        <dgm:constrLst>
          <dgm:constr type="h" for="ch" forName="compNode" refType="h" fact="0.4"/>
          <dgm:constr type="w" for="ch" forName="compNode" val="10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44"/>
          <dgm:constr type="h" for="des" forName="compNode" op="equ"/>
          <dgm:constr type="h" for="des" forName="textRect" op="equ"/>
        </dgm:constrLst>
      </dgm:if>
      <dgm:if name="Name5" axis="ch" ptType="node" func="cnt" op="lte" val="3">
        <dgm:constrLst>
          <dgm:constr type="h" for="ch" forName="compNode" refType="h" fact="0.4"/>
          <dgm:constr type="w" for="ch" forName="compNode" val="10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40"/>
          <dgm:constr type="h" for="des" forName="compNode" op="equ"/>
          <dgm:constr type="h" for="des" forName="textRect" op="equ"/>
        </dgm:constrLst>
      </dgm:if>
      <dgm:if name="Name6" axis="ch" ptType="node" func="cnt" op="lte" val="4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32"/>
          <dgm:constr type="h" for="des" forName="compNode" op="equ"/>
          <dgm:constr type="h" for="des" forName="textRect" op="equ"/>
        </dgm:constrLst>
      </dgm:if>
      <dgm:else name="Name7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24"/>
          <dgm:constr type="h" for="des" forName="compNode" op="equ"/>
          <dgm:constr type="h" for="des" forName="textRect" op="equ"/>
        </dgm:constrLst>
      </dgm:else>
    </dgm:choose>
    <dgm:ruleLst>
      <dgm:rule type="w" for="ch" forName="compNode" val="5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onstrLst>
          <dgm:constr type="w" for="ch" forName="iconBgRect" refType="w" fact="0.61"/>
          <dgm:constr type="h" for="ch" forName="iconBgRect" refType="w" refFor="ch" refForName="iconBgRect"/>
          <dgm:constr type="t" for="ch" forName="iconBgRect"/>
          <dgm:constr type="ctrX" for="ch" forName="iconBgRect" refType="w" fact="0.5"/>
          <dgm:constr type="w" for="ch" forName="iconRect" refType="w" fact="0.35"/>
          <dgm:constr type="h" for="ch" forName="iconRect" refType="w" refFor="ch" refForName="iconRect"/>
          <dgm:constr type="ctrX" for="ch" forName="iconRect" refType="ctrX" refFor="ch" refForName="iconBgRect"/>
          <dgm:constr type="ctrY" for="ch" forName="iconRect" refType="ctrY" refFor="ch" refForName="iconBgRect"/>
          <dgm:constr type="h" for="ch" forName="spaceRect" refType="w" fact="0.19"/>
          <dgm:constr type="w" for="ch" forName="spaceRect" refType="w"/>
          <dgm:constr type="l" for="ch" forName="spaceRect"/>
          <dgm:constr type="t" for="ch" forName="spaceRect" refType="b" refFor="ch" refForName="iconBgRect"/>
          <dgm:constr type="h" for="ch" forName="textRect" val="20"/>
          <dgm:constr type="w" for="ch" forName="textRect" refType="w"/>
          <dgm:constr type="l" for="ch" forName="textRect"/>
          <dgm:constr type="t" for="ch" forName="textRect" refType="b" refFor="ch" refForName="spaceRect"/>
        </dgm:constrLst>
        <dgm:ruleLst>
          <dgm:rule type="h" val="INF" fact="NaN" max="NaN"/>
        </dgm:ruleLst>
        <dgm:layoutNode name="iconBgRect" styleLbl="bgShp">
          <dgm:alg type="sp"/>
          <dgm:shape xmlns:r="http://schemas.openxmlformats.org/officeDocument/2006/relationships" type="round2DiagRect" r:blip="">
            <dgm:adjLst/>
            <dgm:extLst>
              <a:ext uri="{B698B0E9-8C71-41B9-8309-B3DCBF30829C}">
                <dgm1612:spPr xmlns:dgm1612="http://schemas.microsoft.com/office/drawing/2016/12/diagram">
                  <a:prstGeom prst="round2DiagRect">
                    <a:avLst>
                      <a:gd name="adj1" fmla="val 29727"/>
                      <a:gd name="adj2" fmla="val 0"/>
                    </a:avLst>
                  </a:prstGeom>
                </dgm1612:spPr>
              </a:ext>
            </dgm:extLst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textRect" styleLbl="revTx">
          <dgm:varLst>
            <dgm:chMax val="1"/>
            <dgm:chPref val="1"/>
          </dgm:varLst>
          <dgm:alg type="tx"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/>
            <dgm:constr type="rMarg"/>
            <dgm:constr type="tMarg"/>
            <dgm:constr type="bMarg"/>
          </dgm:constrLst>
          <dgm:ruleLst>
            <dgm:rule type="primFontSz" val="11" fact="NaN" max="NaN"/>
            <dgm:rule type="h" val="INF" fact="NaN" max="NaN"/>
          </dgm:ruleLst>
        </dgm:layoutNode>
      </dgm:layoutNode>
      <dgm:forEach name="Name9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  <a:defRPr cap="all"/>
        </a:lvl1pPr>
      </dgm1612:lstStyle>
    </a:ext>
  </dgm:extLst>
</dgm:layoutDef>
</file>

<file path=ppt/diagrams/layout4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layout5.xml><?xml version="1.0" encoding="utf-8"?>
<dgm:layoutDef xmlns:dgm="http://schemas.openxmlformats.org/drawingml/2006/diagram" xmlns:a="http://schemas.openxmlformats.org/drawingml/2006/main" uniqueId="urn:microsoft.com/office/officeart/2005/8/layout/hierarchy3">
  <dgm:title val=""/>
  <dgm:desc val=""/>
  <dgm:catLst>
    <dgm:cat type="hierarchy" pri="7000"/>
    <dgm:cat type="list" pri="23000"/>
    <dgm:cat type="relationship" pri="15000"/>
    <dgm:cat type="convert" pri="7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</dgm:ptLst>
      <dgm:cxnLst>
        <dgm:cxn modelId="4" srcId="0" destId="1" srcOrd="0" destOrd="0"/>
        <dgm:cxn modelId="5" srcId="1" destId="11" srcOrd="0" destOrd="0"/>
        <dgm:cxn modelId="6" srcId="1" destId="12" srcOrd="1" destOrd="0"/>
        <dgm:cxn modelId="7" srcId="0" destId="2" srcOrd="1" destOrd="0"/>
        <dgm:cxn modelId="8" srcId="2" destId="21" srcOrd="0" destOrd="0"/>
        <dgm:cxn modelId="9" srcId="2" destId="22" srcOrd="1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2"/>
        <dgm:pt modelId="21"/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23" srcId="2" destId="2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diagram">
    <dgm:varLst>
      <dgm:chPref val="1"/>
      <dgm:dir/>
      <dgm:animOne val="branch"/>
      <dgm:animLvl val="lvl"/>
      <dgm:resizeHandles/>
    </dgm:varLst>
    <dgm:choose name="Name0">
      <dgm:if name="Name1" func="var" arg="dir" op="equ" val="norm">
        <dgm:alg type="hierChild">
          <dgm:param type="linDir" val="fromL"/>
        </dgm:alg>
      </dgm:if>
      <dgm:else name="Name2">
        <dgm:alg type="hierChild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primFontSz" for="des" forName="rootText" op="equ" val="65"/>
      <dgm:constr type="primFontSz" for="des" forName="childText" op="equ" val="65"/>
      <dgm:constr type="w" for="des" forName="rootComposite" refType="w"/>
      <dgm:constr type="h" for="des" forName="rootComposite" refType="w" fact="0.5"/>
      <dgm:constr type="w" for="des" forName="childText" refType="w" refFor="des" refForName="rootComposite" fact="0.8"/>
      <dgm:constr type="h" for="des" forName="childText" refType="h" refFor="des" refForName="rootComposite"/>
      <dgm:constr type="sibSp" refType="w" refFor="des" refForName="rootComposite" fact="0.25"/>
      <dgm:constr type="sibSp" for="des" forName="childShape" refType="h" refFor="des" refForName="childText" fact="0.25"/>
      <dgm:constr type="sp" for="des" forName="root" refType="h" refFor="des" refForName="childText" fact="0.25"/>
    </dgm:constrLst>
    <dgm:ruleLst/>
    <dgm:forEach name="Name3" axis="ch">
      <dgm:forEach name="Name4" axis="self" ptType="node" cnt="1">
        <dgm:layoutNode name="root">
          <dgm:choose name="Name5">
            <dgm:if name="Name6" func="var" arg="dir" op="equ" val="norm">
              <dgm:alg type="hierRoot">
                <dgm:param type="hierAlign" val="tL"/>
              </dgm:alg>
            </dgm:if>
            <dgm:else name="Name7">
              <dgm:alg type="hierRoot">
                <dgm:param type="hierAlign" val="tR"/>
              </dgm:alg>
            </dgm:else>
          </dgm:choose>
          <dgm:shape xmlns:r="http://schemas.openxmlformats.org/officeDocument/2006/relationships" r:blip="">
            <dgm:adjLst/>
          </dgm:shape>
          <dgm:presOf/>
          <dgm:constrLst>
            <dgm:constr type="alignOff" val="0.2"/>
          </dgm:constrLst>
          <dgm:ruleLst/>
          <dgm:layoutNode name="rootComposite">
            <dgm:alg type="composite"/>
            <dgm:shape xmlns:r="http://schemas.openxmlformats.org/officeDocument/2006/relationships" r:blip="">
              <dgm:adjLst/>
            </dgm:shape>
            <dgm:presOf axis="self" ptType="node" cnt="1"/>
            <dgm:choose name="Name8">
              <dgm:if name="Name9" func="var" arg="dir" op="equ" val="norm">
                <dgm:constrLst>
                  <dgm:constr type="l" for="ch" forName="rootText"/>
                  <dgm:constr type="t" for="ch" forName="rootText"/>
                  <dgm:constr type="w" for="ch" forName="rootText" refType="w"/>
                  <dgm:constr type="h" for="ch" forName="rootText" refType="h"/>
                  <dgm:constr type="l" for="ch" forName="rootConnector"/>
                  <dgm:constr type="t" for="ch" forName="rootConnector"/>
                  <dgm:constr type="w" for="ch" forName="rootConnector" refType="w" refFor="ch" refForName="rootText" fact="0.2"/>
                  <dgm:constr type="h" for="ch" forName="rootConnector" refType="h" refFor="ch" refForName="rootText"/>
                </dgm:constrLst>
              </dgm:if>
              <dgm:else name="Name10">
                <dgm:constrLst>
                  <dgm:constr type="l" for="ch" forName="rootText"/>
                  <dgm:constr type="t" for="ch" forName="rootText"/>
                  <dgm:constr type="w" for="ch" forName="rootText" refType="w"/>
                  <dgm:constr type="h" for="ch" forName="rootText" refType="h"/>
                  <dgm:constr type="r" for="ch" forName="rootConnector" refType="w"/>
                  <dgm:constr type="t" for="ch" forName="rootConnector"/>
                  <dgm:constr type="w" for="ch" forName="rootConnector" refType="w" refFor="ch" refForName="rootText" fact="0.2"/>
                  <dgm:constr type="h" for="ch" forName="rootConnector" refType="h" refFor="ch" refForName="rootText"/>
                </dgm:constrLst>
              </dgm:else>
            </dgm:choose>
            <dgm:ruleLst/>
            <dgm:layoutNode name="rootText" styleLbl="node1">
              <dgm:alg type="tx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 axis="self" ptType="node" cnt="1"/>
              <dgm:constrLst>
                <dgm:constr type="tMarg" refType="primFontSz" fact="0.1"/>
                <dgm:constr type="bMarg" refType="primFontSz" fact="0.1"/>
                <dgm:constr type="lMarg" refType="primFontSz" fact="0.15"/>
                <dgm:constr type="rMarg" refType="primFontSz" fact="0.15"/>
              </dgm:constrLst>
              <dgm:ruleLst>
                <dgm:rule type="primFontSz" val="5" fact="NaN" max="NaN"/>
              </dgm:ruleLst>
            </dgm:layoutNode>
            <dgm:layoutNode name="rootConnector" moveWith="rootText">
              <dgm:alg type="sp"/>
              <dgm:shape xmlns:r="http://schemas.openxmlformats.org/officeDocument/2006/relationships" type="roundRect" r:blip="" hideGeom="1">
                <dgm:adjLst>
                  <dgm:adj idx="1" val="0.1"/>
                </dgm:adjLst>
              </dgm:shape>
              <dgm:presOf axis="self" ptType="node" cnt="1"/>
              <dgm:constrLst/>
              <dgm:ruleLst/>
            </dgm:layoutNode>
          </dgm:layoutNode>
          <dgm:layoutNode name="childShape">
            <dgm:alg type="hierChild">
              <dgm:param type="chAlign" val="l"/>
              <dgm:param type="linDir" val="fromT"/>
            </dgm:alg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Name11" axis="ch">
              <dgm:forEach name="Name12" axis="self" ptType="parTrans" cnt="1">
                <dgm:layoutNode name="Name13">
                  <dgm:choose name="Name14">
                    <dgm:if name="Name15" func="var" arg="dir" op="equ" val="norm">
                      <dgm:alg type="conn">
                        <dgm:param type="dim" val="1D"/>
                        <dgm:param type="endSty" val="noArr"/>
                        <dgm:param type="connRout" val="bend"/>
                        <dgm:param type="srcNode" val="rootConnector"/>
                        <dgm:param type="begPts" val="bCtr"/>
                        <dgm:param type="endPts" val="midL"/>
                      </dgm:alg>
                    </dgm:if>
                    <dgm:else name="Name16">
                      <dgm:alg type="conn">
                        <dgm:param type="dim" val="1D"/>
                        <dgm:param type="endSty" val="noArr"/>
                        <dgm:param type="connRout" val="bend"/>
                        <dgm:param type="srcNode" val="rootConnector"/>
                        <dgm:param type="begPts" val="bCtr"/>
                        <dgm:param type="endPts" val="midR"/>
                      </dgm:alg>
                    </dgm:else>
                  </dgm:choose>
                  <dgm:shape xmlns:r="http://schemas.openxmlformats.org/officeDocument/2006/relationships" type="conn" r:blip="">
                    <dgm:adjLst/>
                  </dgm:shape>
                  <dgm:presOf axis="self"/>
                  <dgm:constrLst>
                    <dgm:constr type="begPad"/>
                    <dgm:constr type="endPad"/>
                  </dgm:constrLst>
                  <dgm:ruleLst/>
                </dgm:layoutNode>
              </dgm:forEach>
              <dgm:forEach name="Name17" axis="self" ptType="node">
                <dgm:layoutNode name="childText" styleLbl="bgAcc1">
                  <dgm:varLst>
                    <dgm:bulletEnabled val="1"/>
                  </dgm:varLst>
                  <dgm:alg type="tx"/>
                  <dgm:shape xmlns:r="http://schemas.openxmlformats.org/officeDocument/2006/relationships" type="roundRect" r:blip="">
                    <dgm:adjLst>
                      <dgm:adj idx="1" val="0.1"/>
                    </dgm:adjLst>
                  </dgm:shape>
                  <dgm:presOf axis="self desOrSelf" ptType="node node" st="1 1" cnt="1 0"/>
                  <dgm:constrLst>
                    <dgm:constr type="tMarg" refType="primFontSz" fact="0.1"/>
                    <dgm:constr type="bMarg" refType="primFontSz" fact="0.1"/>
                    <dgm:constr type="lMarg" refType="primFontSz" fact="0.15"/>
                    <dgm:constr type="rMarg" refType="primFontSz" fact="0.15"/>
                  </dgm:constrLst>
                  <dgm:ruleLst>
                    <dgm:rule type="primFontSz" val="5" fact="NaN" max="NaN"/>
                  </dgm:ruleLst>
                </dgm:layoutNode>
              </dgm:forEach>
            </dgm:forEach>
          </dgm:layoutNode>
        </dgm:layoutNode>
      </dgm:forEach>
    </dgm:forEach>
  </dgm:layoutNode>
</dgm:layoutDef>
</file>

<file path=ppt/diagrams/layout6.xml><?xml version="1.0" encoding="utf-8"?>
<dgm:layoutDef xmlns:dgm="http://schemas.openxmlformats.org/drawingml/2006/diagram" xmlns:a="http://schemas.openxmlformats.org/drawingml/2006/main" uniqueId="urn:microsoft.com/office/officeart/2005/8/layout/vProcess5">
  <dgm:title val=""/>
  <dgm:desc val=""/>
  <dgm:catLst>
    <dgm:cat type="process" pri="14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</dgm:ptLst>
      <dgm:cxnLst>
        <dgm:cxn modelId="5" srcId="0" destId="1" srcOrd="0" destOrd="0"/>
        <dgm:cxn modelId="6" srcId="0" destId="2" srcOrd="1" destOrd="0"/>
        <dgm:cxn modelId="7" srcId="0" destId="3" srcOrd="2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6" srcId="0" destId="1" srcOrd="0" destOrd="0"/>
        <dgm:cxn modelId="7" srcId="0" destId="2" srcOrd="1" destOrd="0"/>
        <dgm:cxn modelId="8" srcId="0" destId="3" srcOrd="2" destOrd="0"/>
        <dgm:cxn modelId="9" srcId="0" destId="4" srcOrd="3" destOrd="0"/>
      </dgm:cxnLst>
      <dgm:bg/>
      <dgm:whole/>
    </dgm:dataModel>
  </dgm:clrData>
  <dgm:layoutNode name="outerComposite">
    <dgm:varLst>
      <dgm:chMax val="5"/>
      <dgm:dir/>
      <dgm:resizeHandles val="exact"/>
    </dgm:varLst>
    <dgm:alg type="composite"/>
    <dgm:shape xmlns:r="http://schemas.openxmlformats.org/officeDocument/2006/relationships" r:blip="">
      <dgm:adjLst/>
    </dgm:shape>
    <dgm:presOf/>
    <dgm:choose name="Name0">
      <dgm:if name="Name1" func="var" arg="dir" op="equ" val="norm">
        <dgm:constrLst>
          <dgm:constr type="primFontSz" for="ch" ptType="node" op="equ" val="65"/>
          <dgm:constr type="w" for="ch" forName="dummyMaxCanvas" refType="w"/>
          <dgm:constr type="h" for="ch" forName="dummyMaxCanvas" refType="h"/>
          <dgm:constr type="w" for="ch" forName="OneNode_1" refType="w"/>
          <dgm:constr type="h" for="ch" forName="OneNode_1" refType="h" fact="0.5"/>
          <dgm:constr type="ctrY" for="ch" forName="OneNode_1" refType="h" fact="0.5"/>
          <dgm:constr type="w" for="ch" forName="TwoNodes_1" refType="w" fact="0.85"/>
          <dgm:constr type="h" for="ch" forName="TwoNodes_1" refType="h" fact="0.45"/>
          <dgm:constr type="t" for="ch" forName="TwoNodes_1"/>
          <dgm:constr type="l" for="ch" forName="TwoNodes_1"/>
          <dgm:constr type="w" for="ch" forName="TwoNodes_2" refType="w" fact="0.85"/>
          <dgm:constr type="h" for="ch" forName="TwoNodes_2" refType="h" fact="0.45"/>
          <dgm:constr type="b" for="ch" forName="TwoNodes_2" refType="h"/>
          <dgm:constr type="r" for="ch" forName="TwoNodes_2" refType="w"/>
          <dgm:constr type="w" for="ch" forName="TwoConn_1-2" refType="h" refFor="ch" refForName="TwoNodes_1" fact="0.65"/>
          <dgm:constr type="h" for="ch" forName="TwoConn_1-2" refType="h" refFor="ch" refForName="TwoNodes_1" fact="0.65"/>
          <dgm:constr type="ctrY" for="ch" forName="TwoConn_1-2" refType="h" fact="0.5"/>
          <dgm:constr type="r" for="ch" forName="TwoConn_1-2" refType="r" refFor="ch" refForName="TwoNodes_1"/>
          <dgm:constr type="r" for="ch" forName="TwoNodes_1_text" refType="l" refFor="ch" refForName="TwoConn_1-2"/>
          <dgm:constr type="rOff" for="ch" forName="TwoNodes_1_text" refType="w" refFor="ch" refForName="TwoConn_1-2" fact="-0.5"/>
          <dgm:constr type="t" for="ch" forName="TwoNodes_1_text" refType="t" refFor="ch" refForName="TwoNodes_1"/>
          <dgm:constr type="b" for="ch" forName="TwoNodes_1_text" refType="b" refFor="ch" refForName="TwoNodes_1"/>
          <dgm:constr type="l" for="ch" forName="TwoNodes_1_text" refType="l" refFor="ch" refForName="TwoNodes_1"/>
          <dgm:constr type="r" for="ch" forName="TwoNodes_2_text" refType="l" refFor="ch" refForName="TwoConn_1-2"/>
          <dgm:constr type="t" for="ch" forName="TwoNodes_2_text" refType="t" refFor="ch" refForName="TwoNodes_2"/>
          <dgm:constr type="b" for="ch" forName="TwoNodes_2_text" refType="b" refFor="ch" refForName="TwoNodes_2"/>
          <dgm:constr type="l" for="ch" forName="TwoNodes_2_text" refType="l" refFor="ch" refForName="TwoNodes_2"/>
          <dgm:constr type="w" for="ch" forName="ThreeNodes_1" refType="w" fact="0.85"/>
          <dgm:constr type="h" for="ch" forName="ThreeNodes_1" refType="h" fact="0.3"/>
          <dgm:constr type="t" for="ch" forName="ThreeNodes_1"/>
          <dgm:constr type="l" for="ch" forName="ThreeNodes_1"/>
          <dgm:constr type="w" for="ch" forName="ThreeNodes_2" refType="w" fact="0.85"/>
          <dgm:constr type="h" for="ch" forName="ThreeNodes_2" refType="h" fact="0.3"/>
          <dgm:constr type="ctrY" for="ch" forName="ThreeNodes_2" refType="h" fact="0.5"/>
          <dgm:constr type="ctrX" for="ch" forName="ThreeNodes_2" refType="w" fact="0.5"/>
          <dgm:constr type="w" for="ch" forName="ThreeNodes_3" refType="w" fact="0.85"/>
          <dgm:constr type="h" for="ch" forName="ThreeNodes_3" refType="h" fact="0.3"/>
          <dgm:constr type="b" for="ch" forName="ThreeNodes_3" refType="h"/>
          <dgm:constr type="r" for="ch" forName="ThreeNodes_3" refType="w"/>
          <dgm:constr type="w" for="ch" forName="ThreeConn_1-2" refType="h" refFor="ch" refForName="ThreeNodes_1" fact="0.65"/>
          <dgm:constr type="h" for="ch" forName="ThreeConn_1-2" refType="h" refFor="ch" refForName="ThreeNodes_1" fact="0.65"/>
          <dgm:constr type="ctrY" for="ch" forName="ThreeConn_1-2" refType="h" fact="0.325"/>
          <dgm:constr type="r" for="ch" forName="ThreeConn_1-2" refType="r" refFor="ch" refForName="ThreeNodes_1"/>
          <dgm:constr type="w" for="ch" forName="ThreeConn_2-3" refType="h" refFor="ch" refForName="ThreeNodes_2" fact="0.65"/>
          <dgm:constr type="h" for="ch" forName="ThreeConn_2-3" refType="h" refFor="ch" refForName="ThreeNodes_2" fact="0.65"/>
          <dgm:constr type="ctrY" for="ch" forName="ThreeConn_2-3" refType="h" fact="0.673"/>
          <dgm:constr type="r" for="ch" forName="ThreeConn_2-3" refType="r" refFor="ch" refForName="ThreeNodes_2"/>
          <dgm:constr type="r" for="ch" forName="ThreeNodes_1_text" refType="l" refFor="ch" refForName="ThreeConn_1-2"/>
          <dgm:constr type="rOff" for="ch" forName="ThreeNodes_1_text" refType="w" refFor="ch" refForName="ThreeConn_1-2" fact="-0.57"/>
          <dgm:constr type="t" for="ch" forName="ThreeNodes_1_text" refType="t" refFor="ch" refForName="ThreeNodes_1"/>
          <dgm:constr type="b" for="ch" forName="ThreeNodes_1_text" refType="b" refFor="ch" refForName="ThreeNodes_1"/>
          <dgm:constr type="l" for="ch" forName="ThreeNodes_1_text" refType="l" refFor="ch" refForName="ThreeNodes_1"/>
          <dgm:constr type="r" for="ch" forName="ThreeNodes_2_text" refType="l" refFor="ch" refForName="ThreeConn_1-2"/>
          <dgm:constr type="t" for="ch" forName="ThreeNodes_2_text" refType="t" refFor="ch" refForName="ThreeNodes_2"/>
          <dgm:constr type="b" for="ch" forName="ThreeNodes_2_text" refType="b" refFor="ch" refForName="ThreeNodes_2"/>
          <dgm:constr type="l" for="ch" forName="ThreeNodes_2_text" refType="l" refFor="ch" refForName="ThreeNodes_2"/>
          <dgm:constr type="r" for="ch" forName="ThreeNodes_3_text" refType="l" refFor="ch" refForName="ThreeConn_2-3"/>
          <dgm:constr type="t" for="ch" forName="ThreeNodes_3_text" refType="t" refFor="ch" refForName="ThreeNodes_3"/>
          <dgm:constr type="b" for="ch" forName="ThreeNodes_3_text" refType="b" refFor="ch" refForName="ThreeNodes_3"/>
          <dgm:constr type="l" for="ch" forName="ThreeNodes_3_text" refType="l" refFor="ch" refForName="ThreeNodes_3"/>
          <dgm:constr type="w" for="ch" forName="FourNodes_1" refType="w" fact="0.8"/>
          <dgm:constr type="h" for="ch" forName="FourNodes_1" refType="h" fact="0.22"/>
          <dgm:constr type="t" for="ch" forName="FourNodes_1"/>
          <dgm:constr type="l" for="ch" forName="FourNodes_1"/>
          <dgm:constr type="w" for="ch" forName="FourNodes_2" refType="w" fact="0.8"/>
          <dgm:constr type="h" for="ch" forName="FourNodes_2" refType="h" fact="0.22"/>
          <dgm:constr type="ctrY" for="ch" forName="FourNodes_2" refType="h" fact="0.37"/>
          <dgm:constr type="ctrX" for="ch" forName="FourNodes_2" refType="w" fact="0.467"/>
          <dgm:constr type="w" for="ch" forName="FourNodes_3" refType="w" fact="0.8"/>
          <dgm:constr type="h" for="ch" forName="FourNodes_3" refType="h" fact="0.22"/>
          <dgm:constr type="ctrY" for="ch" forName="FourNodes_3" refType="h" fact="0.63"/>
          <dgm:constr type="ctrX" for="ch" forName="FourNodes_3" refType="w" fact="0.533"/>
          <dgm:constr type="w" for="ch" forName="FourNodes_4" refType="w" fact="0.8"/>
          <dgm:constr type="h" for="ch" forName="FourNodes_4" refType="h" fact="0.22"/>
          <dgm:constr type="b" for="ch" forName="FourNodes_4" refType="h"/>
          <dgm:constr type="r" for="ch" forName="FourNodes_4" refType="w"/>
          <dgm:constr type="w" for="ch" forName="FourConn_1-2" refType="h" refFor="ch" refForName="FourNodes_1" fact="0.65"/>
          <dgm:constr type="h" for="ch" forName="FourConn_1-2" refType="h" refFor="ch" refForName="FourNodes_1" fact="0.65"/>
          <dgm:constr type="ctrY" for="ch" forName="FourConn_1-2" refType="h" fact="0.24"/>
          <dgm:constr type="r" for="ch" forName="FourConn_1-2" refType="r" refFor="ch" refForName="FourNodes_1"/>
          <dgm:constr type="w" for="ch" forName="FourConn_2-3" refType="h" refFor="ch" refForName="FourNodes_2" fact="0.65"/>
          <dgm:constr type="h" for="ch" forName="FourConn_2-3" refType="h" refFor="ch" refForName="FourNodes_2" fact="0.65"/>
          <dgm:constr type="ctrY" for="ch" forName="FourConn_2-3" refType="h" fact="0.5"/>
          <dgm:constr type="r" for="ch" forName="FourConn_2-3" refType="r" refFor="ch" refForName="FourNodes_2"/>
          <dgm:constr type="w" for="ch" forName="FourConn_3-4" refType="h" refFor="ch" refForName="FourNodes_3" fact="0.65"/>
          <dgm:constr type="h" for="ch" forName="FourConn_3-4" refType="h" refFor="ch" refForName="FourNodes_3" fact="0.65"/>
          <dgm:constr type="ctrY" for="ch" forName="FourConn_3-4" refType="h" fact="0.76"/>
          <dgm:constr type="r" for="ch" forName="FourConn_3-4" refType="r" refFor="ch" refForName="FourNodes_3"/>
          <dgm:constr type="r" for="ch" forName="FourNodes_1_text" refType="l" refFor="ch" refForName="FourConn_1-2"/>
          <dgm:constr type="rOff" for="ch" forName="FourNodes_1_text" refType="w" refFor="ch" refForName="FourConn_1-2" fact="-0.7"/>
          <dgm:constr type="t" for="ch" forName="FourNodes_1_text" refType="t" refFor="ch" refForName="FourNodes_1"/>
          <dgm:constr type="b" for="ch" forName="FourNodes_1_text" refType="b" refFor="ch" refForName="FourNodes_1"/>
          <dgm:constr type="l" for="ch" forName="FourNodes_1_text" refType="l" refFor="ch" refForName="FourNodes_1"/>
          <dgm:constr type="r" for="ch" forName="FourNodes_2_text" refType="l" refFor="ch" refForName="FourConn_1-2"/>
          <dgm:constr type="t" for="ch" forName="FourNodes_2_text" refType="t" refFor="ch" refForName="FourNodes_2"/>
          <dgm:constr type="b" for="ch" forName="FourNodes_2_text" refType="b" refFor="ch" refForName="FourNodes_2"/>
          <dgm:constr type="l" for="ch" forName="FourNodes_2_text" refType="l" refFor="ch" refForName="FourNodes_2"/>
          <dgm:constr type="r" for="ch" forName="FourNodes_3_text" refType="l" refFor="ch" refForName="FourConn_2-3"/>
          <dgm:constr type="t" for="ch" forName="FourNodes_3_text" refType="t" refFor="ch" refForName="FourNodes_3"/>
          <dgm:constr type="b" for="ch" forName="FourNodes_3_text" refType="b" refFor="ch" refForName="FourNodes_3"/>
          <dgm:constr type="l" for="ch" forName="FourNodes_3_text" refType="l" refFor="ch" refForName="FourNodes_3"/>
          <dgm:constr type="r" for="ch" forName="FourNodes_4_text" refType="l" refFor="ch" refForName="FourConn_3-4"/>
          <dgm:constr type="t" for="ch" forName="FourNodes_4_text" refType="t" refFor="ch" refForName="FourNodes_4"/>
          <dgm:constr type="b" for="ch" forName="FourNodes_4_text" refType="b" refFor="ch" refForName="FourNodes_4"/>
          <dgm:constr type="l" for="ch" forName="FourNodes_4_text" refType="l" refFor="ch" refForName="FourNodes_4"/>
          <dgm:constr type="w" for="ch" forName="FiveNodes_1" refType="w" fact="0.77"/>
          <dgm:constr type="h" for="ch" forName="FiveNodes_1" refType="h" fact="0.18"/>
          <dgm:constr type="t" for="ch" forName="FiveNodes_1"/>
          <dgm:constr type="l" for="ch" forName="FiveNodes_1"/>
          <dgm:constr type="w" for="ch" forName="FiveNodes_2" refType="w" fact="0.77"/>
          <dgm:constr type="h" for="ch" forName="FiveNodes_2" refType="h" fact="0.18"/>
          <dgm:constr type="ctrY" for="ch" forName="FiveNodes_2" refType="h" fact="0.295"/>
          <dgm:constr type="ctrX" for="ch" forName="FiveNodes_2" refType="w" fact="0.4425"/>
          <dgm:constr type="w" for="ch" forName="FiveNodes_3" refType="w" fact="0.77"/>
          <dgm:constr type="h" for="ch" forName="FiveNodes_3" refType="h" fact="0.18"/>
          <dgm:constr type="ctrY" for="ch" forName="FiveNodes_3" refType="h" fact="0.5"/>
          <dgm:constr type="ctrX" for="ch" forName="FiveNodes_3" refType="w" fact="0.5"/>
          <dgm:constr type="w" for="ch" forName="FiveNodes_4" refType="w" fact="0.77"/>
          <dgm:constr type="h" for="ch" forName="FiveNodes_4" refType="h" fact="0.18"/>
          <dgm:constr type="ctrY" for="ch" forName="FiveNodes_4" refType="h" fact="0.705"/>
          <dgm:constr type="ctrX" for="ch" forName="FiveNodes_4" refType="w" fact="0.5575"/>
          <dgm:constr type="w" for="ch" forName="FiveNodes_5" refType="w" fact="0.77"/>
          <dgm:constr type="h" for="ch" forName="FiveNodes_5" refType="h" fact="0.18"/>
          <dgm:constr type="b" for="ch" forName="FiveNodes_5" refType="h"/>
          <dgm:constr type="r" for="ch" forName="FiveNodes_5" refType="w"/>
          <dgm:constr type="w" for="ch" forName="FiveConn_1-2" refType="h" refFor="ch" refForName="FiveNodes_1" fact="0.65"/>
          <dgm:constr type="h" for="ch" forName="FiveConn_1-2" refType="h" refFor="ch" refForName="FiveNodes_1" fact="0.65"/>
          <dgm:constr type="ctrY" for="ch" forName="FiveConn_1-2" refType="h" fact="0.19"/>
          <dgm:constr type="r" for="ch" forName="FiveConn_1-2" refType="r" refFor="ch" refForName="FiveNodes_1"/>
          <dgm:constr type="w" for="ch" forName="FiveConn_2-3" refType="h" refFor="ch" refForName="FiveNodes_2" fact="0.65"/>
          <dgm:constr type="h" for="ch" forName="FiveConn_2-3" refType="h" refFor="ch" refForName="FiveNodes_2" fact="0.65"/>
          <dgm:constr type="ctrY" for="ch" forName="FiveConn_2-3" refType="h" fact="0.395"/>
          <dgm:constr type="r" for="ch" forName="FiveConn_2-3" refType="r" refFor="ch" refForName="FiveNodes_2"/>
          <dgm:constr type="w" for="ch" forName="FiveConn_3-4" refType="h" refFor="ch" refForName="FiveNodes_3" fact="0.65"/>
          <dgm:constr type="h" for="ch" forName="FiveConn_3-4" refType="h" refFor="ch" refForName="FiveNodes_3" fact="0.65"/>
          <dgm:constr type="ctrY" for="ch" forName="FiveConn_3-4" refType="h" fact="0.597"/>
          <dgm:constr type="r" for="ch" forName="FiveConn_3-4" refType="r" refFor="ch" refForName="FiveNodes_3"/>
          <dgm:constr type="w" for="ch" forName="FiveConn_4-5" refType="h" refFor="ch" refForName="FiveNodes_4" fact="0.65"/>
          <dgm:constr type="h" for="ch" forName="FiveConn_4-5" refType="h" refFor="ch" refForName="FiveNodes_4" fact="0.65"/>
          <dgm:constr type="ctrY" for="ch" forName="FiveConn_4-5" refType="h" fact="0.804"/>
          <dgm:constr type="r" for="ch" forName="FiveConn_4-5" refType="r" refFor="ch" refForName="FiveNodes_4"/>
          <dgm:constr type="r" for="ch" forName="FiveNodes_1_text" refType="l" refFor="ch" refForName="FiveConn_1-2"/>
          <dgm:constr type="rOff" for="ch" forName="FiveNodes_1_text" refType="w" refFor="ch" refForName="FiveConn_1-2" fact="-0.75"/>
          <dgm:constr type="t" for="ch" forName="FiveNodes_1_text" refType="t" refFor="ch" refForName="FiveNodes_1"/>
          <dgm:constr type="b" for="ch" forName="FiveNodes_1_text" refType="b" refFor="ch" refForName="FiveNodes_1"/>
          <dgm:constr type="l" for="ch" forName="FiveNodes_1_text" refType="l" refFor="ch" refForName="FiveNodes_1"/>
          <dgm:constr type="r" for="ch" forName="FiveNodes_2_text" refType="l" refFor="ch" refForName="FiveConn_1-2"/>
          <dgm:constr type="t" for="ch" forName="FiveNodes_2_text" refType="t" refFor="ch" refForName="FiveNodes_2"/>
          <dgm:constr type="b" for="ch" forName="FiveNodes_2_text" refType="b" refFor="ch" refForName="FiveNodes_2"/>
          <dgm:constr type="l" for="ch" forName="FiveNodes_2_text" refType="l" refFor="ch" refForName="FiveNodes_2"/>
          <dgm:constr type="r" for="ch" forName="FiveNodes_3_text" refType="l" refFor="ch" refForName="FiveConn_2-3"/>
          <dgm:constr type="t" for="ch" forName="FiveNodes_3_text" refType="t" refFor="ch" refForName="FiveNodes_3"/>
          <dgm:constr type="b" for="ch" forName="FiveNodes_3_text" refType="b" refFor="ch" refForName="FiveNodes_3"/>
          <dgm:constr type="l" for="ch" forName="FiveNodes_3_text" refType="l" refFor="ch" refForName="FiveNodes_3"/>
          <dgm:constr type="r" for="ch" forName="FiveNodes_4_text" refType="l" refFor="ch" refForName="FiveConn_3-4"/>
          <dgm:constr type="t" for="ch" forName="FiveNodes_4_text" refType="t" refFor="ch" refForName="FiveNodes_4"/>
          <dgm:constr type="b" for="ch" forName="FiveNodes_4_text" refType="b" refFor="ch" refForName="FiveNodes_4"/>
          <dgm:constr type="l" for="ch" forName="FiveNodes_4_text" refType="l" refFor="ch" refForName="FiveNodes_4"/>
          <dgm:constr type="r" for="ch" forName="FiveNodes_5_text" refType="l" refFor="ch" refForName="FiveConn_4-5"/>
          <dgm:constr type="t" for="ch" forName="FiveNodes_5_text" refType="t" refFor="ch" refForName="FiveNodes_5"/>
          <dgm:constr type="b" for="ch" forName="FiveNodes_5_text" refType="b" refFor="ch" refForName="FiveNodes_5"/>
          <dgm:constr type="l" for="ch" forName="FiveNodes_5_text" refType="l" refFor="ch" refForName="FiveNodes_5"/>
        </dgm:constrLst>
      </dgm:if>
      <dgm:else name="Name2">
        <dgm:constrLst>
          <dgm:constr type="primFontSz" for="ch" ptType="node" op="equ" val="65"/>
          <dgm:constr type="w" for="ch" forName="dummyMaxCanvas" refType="w"/>
          <dgm:constr type="h" for="ch" forName="dummyMaxCanvas" refType="h"/>
          <dgm:constr type="w" for="ch" forName="OneNode_1" refType="w"/>
          <dgm:constr type="h" for="ch" forName="OneNode_1" refType="h" fact="0.5"/>
          <dgm:constr type="ctrY" for="ch" forName="OneNode_1" refType="h" fact="0.5"/>
          <dgm:constr type="w" for="ch" forName="TwoNodes_1" refType="w" fact="0.85"/>
          <dgm:constr type="h" for="ch" forName="TwoNodes_1" refType="h" fact="0.45"/>
          <dgm:constr type="t" for="ch" forName="TwoNodes_1"/>
          <dgm:constr type="r" for="ch" forName="TwoNodes_1" refType="w"/>
          <dgm:constr type="w" for="ch" forName="TwoNodes_2" refType="w" fact="0.85"/>
          <dgm:constr type="h" for="ch" forName="TwoNodes_2" refType="h" fact="0.45"/>
          <dgm:constr type="b" for="ch" forName="TwoNodes_2" refType="h"/>
          <dgm:constr type="l" for="ch" forName="TwoNodes_2"/>
          <dgm:constr type="w" for="ch" forName="TwoConn_1-2" refType="h" refFor="ch" refForName="TwoNodes_1" fact="0.65"/>
          <dgm:constr type="h" for="ch" forName="TwoConn_1-2" refType="h" refFor="ch" refForName="TwoNodes_1" fact="0.65"/>
          <dgm:constr type="ctrY" for="ch" forName="TwoConn_1-2" refType="h" fact="0.5"/>
          <dgm:constr type="l" for="ch" forName="TwoConn_1-2" refType="l" refFor="ch" refForName="TwoNodes_1"/>
          <dgm:constr type="l" for="ch" forName="TwoNodes_1_text" refType="r" refFor="ch" refForName="TwoConn_1-2"/>
          <dgm:constr type="lOff" for="ch" forName="TwoNodes_1_text" refType="w" refFor="ch" refForName="TwoConn_1-2" fact="0.5"/>
          <dgm:constr type="t" for="ch" forName="TwoNodes_1_text" refType="t" refFor="ch" refForName="TwoNodes_1"/>
          <dgm:constr type="b" for="ch" forName="TwoNodes_1_text" refType="b" refFor="ch" refForName="TwoNodes_1"/>
          <dgm:constr type="r" for="ch" forName="TwoNodes_1_text" refType="r" refFor="ch" refForName="TwoNodes_1"/>
          <dgm:constr type="l" for="ch" forName="TwoNodes_2_text" refType="r" refFor="ch" refForName="TwoConn_1-2"/>
          <dgm:constr type="t" for="ch" forName="TwoNodes_2_text" refType="t" refFor="ch" refForName="TwoNodes_2"/>
          <dgm:constr type="b" for="ch" forName="TwoNodes_2_text" refType="b" refFor="ch" refForName="TwoNodes_2"/>
          <dgm:constr type="r" for="ch" forName="TwoNodes_2_text" refType="r" refFor="ch" refForName="TwoNodes_2"/>
          <dgm:constr type="w" for="ch" forName="ThreeNodes_1" refType="w" fact="0.85"/>
          <dgm:constr type="h" for="ch" forName="ThreeNodes_1" refType="h" fact="0.3"/>
          <dgm:constr type="t" for="ch" forName="ThreeNodes_1"/>
          <dgm:constr type="r" for="ch" forName="ThreeNodes_1" refType="w"/>
          <dgm:constr type="w" for="ch" forName="ThreeNodes_2" refType="w" fact="0.85"/>
          <dgm:constr type="h" for="ch" forName="ThreeNodes_2" refType="h" fact="0.3"/>
          <dgm:constr type="ctrY" for="ch" forName="ThreeNodes_2" refType="h" fact="0.5"/>
          <dgm:constr type="ctrX" for="ch" forName="ThreeNodes_2" refType="w" fact="0.5"/>
          <dgm:constr type="w" for="ch" forName="ThreeNodes_3" refType="w" fact="0.85"/>
          <dgm:constr type="h" for="ch" forName="ThreeNodes_3" refType="h" fact="0.3"/>
          <dgm:constr type="b" for="ch" forName="ThreeNodes_3" refType="h"/>
          <dgm:constr type="l" for="ch" forName="ThreeNodes_3"/>
          <dgm:constr type="w" for="ch" forName="ThreeConn_1-2" refType="h" refFor="ch" refForName="ThreeNodes_1" fact="0.65"/>
          <dgm:constr type="h" for="ch" forName="ThreeConn_1-2" refType="h" refFor="ch" refForName="ThreeNodes_1" fact="0.65"/>
          <dgm:constr type="ctrY" for="ch" forName="ThreeConn_1-2" refType="h" fact="0.325"/>
          <dgm:constr type="l" for="ch" forName="ThreeConn_1-2" refType="l" refFor="ch" refForName="ThreeNodes_1"/>
          <dgm:constr type="w" for="ch" forName="ThreeConn_2-3" refType="h" refFor="ch" refForName="ThreeNodes_2" fact="0.65"/>
          <dgm:constr type="h" for="ch" forName="ThreeConn_2-3" refType="h" refFor="ch" refForName="ThreeNodes_2" fact="0.65"/>
          <dgm:constr type="ctrY" for="ch" forName="ThreeConn_2-3" refType="h" fact="0.673"/>
          <dgm:constr type="l" for="ch" forName="ThreeConn_2-3" refType="l" refFor="ch" refForName="ThreeNodes_2"/>
          <dgm:constr type="l" for="ch" forName="ThreeNodes_1_text" refType="r" refFor="ch" refForName="ThreeConn_1-2"/>
          <dgm:constr type="lOff" for="ch" forName="ThreeNodes_1_text" refType="w" refFor="ch" refForName="ThreeConn_1-2" fact="0.55"/>
          <dgm:constr type="t" for="ch" forName="ThreeNodes_1_text" refType="t" refFor="ch" refForName="ThreeNodes_1"/>
          <dgm:constr type="b" for="ch" forName="ThreeNodes_1_text" refType="b" refFor="ch" refForName="ThreeNodes_1"/>
          <dgm:constr type="r" for="ch" forName="ThreeNodes_1_text" refType="r" refFor="ch" refForName="ThreeNodes_1"/>
          <dgm:constr type="l" for="ch" forName="ThreeNodes_2_text" refType="r" refFor="ch" refForName="ThreeConn_1-2"/>
          <dgm:constr type="t" for="ch" forName="ThreeNodes_2_text" refType="t" refFor="ch" refForName="ThreeNodes_2"/>
          <dgm:constr type="b" for="ch" forName="ThreeNodes_2_text" refType="b" refFor="ch" refForName="ThreeNodes_2"/>
          <dgm:constr type="r" for="ch" forName="ThreeNodes_2_text" refType="r" refFor="ch" refForName="ThreeNodes_2"/>
          <dgm:constr type="l" for="ch" forName="ThreeNodes_3_text" refType="r" refFor="ch" refForName="ThreeConn_2-3"/>
          <dgm:constr type="t" for="ch" forName="ThreeNodes_3_text" refType="t" refFor="ch" refForName="ThreeNodes_3"/>
          <dgm:constr type="b" for="ch" forName="ThreeNodes_3_text" refType="b" refFor="ch" refForName="ThreeNodes_3"/>
          <dgm:constr type="r" for="ch" forName="ThreeNodes_3_text" refType="r" refFor="ch" refForName="ThreeNodes_3"/>
          <dgm:constr type="w" for="ch" forName="FourNodes_1" refType="w" fact="0.8"/>
          <dgm:constr type="h" for="ch" forName="FourNodes_1" refType="h" fact="0.22"/>
          <dgm:constr type="t" for="ch" forName="FourNodes_1"/>
          <dgm:constr type="r" for="ch" forName="FourNodes_1" refType="w"/>
          <dgm:constr type="w" for="ch" forName="FourNodes_2" refType="w" fact="0.8"/>
          <dgm:constr type="h" for="ch" forName="FourNodes_2" refType="h" fact="0.22"/>
          <dgm:constr type="ctrY" for="ch" forName="FourNodes_2" refType="h" fact="0.37"/>
          <dgm:constr type="ctrX" for="ch" forName="FourNodes_2" refType="w" fact="0.533"/>
          <dgm:constr type="w" for="ch" forName="FourNodes_3" refType="w" fact="0.8"/>
          <dgm:constr type="h" for="ch" forName="FourNodes_3" refType="h" fact="0.22"/>
          <dgm:constr type="ctrY" for="ch" forName="FourNodes_3" refType="h" fact="0.63"/>
          <dgm:constr type="ctrX" for="ch" forName="FourNodes_3" refType="w" fact="0.467"/>
          <dgm:constr type="w" for="ch" forName="FourNodes_4" refType="w" fact="0.8"/>
          <dgm:constr type="h" for="ch" forName="FourNodes_4" refType="h" fact="0.22"/>
          <dgm:constr type="b" for="ch" forName="FourNodes_4" refType="h"/>
          <dgm:constr type="l" for="ch" forName="FourNodes_4"/>
          <dgm:constr type="w" for="ch" forName="FourConn_1-2" refType="h" refFor="ch" refForName="FourNodes_1" fact="0.65"/>
          <dgm:constr type="h" for="ch" forName="FourConn_1-2" refType="h" refFor="ch" refForName="FourNodes_1" fact="0.65"/>
          <dgm:constr type="ctrY" for="ch" forName="FourConn_1-2" refType="h" fact="0.24"/>
          <dgm:constr type="l" for="ch" forName="FourConn_1-2" refType="l" refFor="ch" refForName="FourNodes_1"/>
          <dgm:constr type="w" for="ch" forName="FourConn_2-3" refType="h" refFor="ch" refForName="FourNodes_2" fact="0.65"/>
          <dgm:constr type="h" for="ch" forName="FourConn_2-3" refType="h" refFor="ch" refForName="FourNodes_2" fact="0.65"/>
          <dgm:constr type="ctrY" for="ch" forName="FourConn_2-3" refType="h" fact="0.5"/>
          <dgm:constr type="l" for="ch" forName="FourConn_2-3" refType="l" refFor="ch" refForName="FourNodes_2"/>
          <dgm:constr type="w" for="ch" forName="FourConn_3-4" refType="h" refFor="ch" refForName="FourNodes_3" fact="0.65"/>
          <dgm:constr type="h" for="ch" forName="FourConn_3-4" refType="h" refFor="ch" refForName="FourNodes_3" fact="0.65"/>
          <dgm:constr type="ctrY" for="ch" forName="FourConn_3-4" refType="h" fact="0.76"/>
          <dgm:constr type="l" for="ch" forName="FourConn_3-4" refType="l" refFor="ch" refForName="FourNodes_3"/>
          <dgm:constr type="l" for="ch" forName="FourNodes_1_text" refType="r" refFor="ch" refForName="FourConn_1-2"/>
          <dgm:constr type="lOff" for="ch" forName="FourNodes_1_text" refType="w" refFor="ch" refForName="FourConn_1-2" fact="0.69"/>
          <dgm:constr type="t" for="ch" forName="FourNodes_1_text" refType="t" refFor="ch" refForName="FourNodes_1"/>
          <dgm:constr type="b" for="ch" forName="FourNodes_1_text" refType="b" refFor="ch" refForName="FourNodes_1"/>
          <dgm:constr type="r" for="ch" forName="FourNodes_1_text" refType="r" refFor="ch" refForName="FourNodes_1"/>
          <dgm:constr type="l" for="ch" forName="FourNodes_2_text" refType="r" refFor="ch" refForName="FourConn_1-2"/>
          <dgm:constr type="t" for="ch" forName="FourNodes_2_text" refType="t" refFor="ch" refForName="FourNodes_2"/>
          <dgm:constr type="b" for="ch" forName="FourNodes_2_text" refType="b" refFor="ch" refForName="FourNodes_2"/>
          <dgm:constr type="r" for="ch" forName="FourNodes_2_text" refType="r" refFor="ch" refForName="FourNodes_2"/>
          <dgm:constr type="l" for="ch" forName="FourNodes_3_text" refType="r" refFor="ch" refForName="FourConn_2-3"/>
          <dgm:constr type="t" for="ch" forName="FourNodes_3_text" refType="t" refFor="ch" refForName="FourNodes_3"/>
          <dgm:constr type="b" for="ch" forName="FourNodes_3_text" refType="b" refFor="ch" refForName="FourNodes_3"/>
          <dgm:constr type="r" for="ch" forName="FourNodes_3_text" refType="r" refFor="ch" refForName="FourNodes_3"/>
          <dgm:constr type="l" for="ch" forName="FourNodes_4_text" refType="r" refFor="ch" refForName="FourConn_3-4"/>
          <dgm:constr type="t" for="ch" forName="FourNodes_4_text" refType="t" refFor="ch" refForName="FourNodes_4"/>
          <dgm:constr type="b" for="ch" forName="FourNodes_4_text" refType="b" refFor="ch" refForName="FourNodes_4"/>
          <dgm:constr type="r" for="ch" forName="FourNodes_4_text" refType="r" refFor="ch" refForName="FourNodes_4"/>
          <dgm:constr type="w" for="ch" forName="FiveNodes_1" refType="w" fact="0.77"/>
          <dgm:constr type="h" for="ch" forName="FiveNodes_1" refType="h" fact="0.18"/>
          <dgm:constr type="t" for="ch" forName="FiveNodes_1"/>
          <dgm:constr type="r" for="ch" forName="FiveNodes_1" refType="w"/>
          <dgm:constr type="w" for="ch" forName="FiveNodes_2" refType="w" fact="0.77"/>
          <dgm:constr type="h" for="ch" forName="FiveNodes_2" refType="h" fact="0.18"/>
          <dgm:constr type="ctrY" for="ch" forName="FiveNodes_2" refType="h" fact="0.295"/>
          <dgm:constr type="ctrX" for="ch" forName="FiveNodes_2" refType="w" fact="0.5575"/>
          <dgm:constr type="w" for="ch" forName="FiveNodes_3" refType="w" fact="0.77"/>
          <dgm:constr type="h" for="ch" forName="FiveNodes_3" refType="h" fact="0.18"/>
          <dgm:constr type="ctrY" for="ch" forName="FiveNodes_3" refType="h" fact="0.5"/>
          <dgm:constr type="ctrX" for="ch" forName="FiveNodes_3" refType="w" fact="0.5"/>
          <dgm:constr type="w" for="ch" forName="FiveNodes_4" refType="w" fact="0.77"/>
          <dgm:constr type="h" for="ch" forName="FiveNodes_4" refType="h" fact="0.18"/>
          <dgm:constr type="ctrY" for="ch" forName="FiveNodes_4" refType="h" fact="0.705"/>
          <dgm:constr type="ctrX" for="ch" forName="FiveNodes_4" refType="w" fact="0.4425"/>
          <dgm:constr type="w" for="ch" forName="FiveNodes_5" refType="w" fact="0.77"/>
          <dgm:constr type="h" for="ch" forName="FiveNodes_5" refType="h" fact="0.18"/>
          <dgm:constr type="b" for="ch" forName="FiveNodes_5" refType="h"/>
          <dgm:constr type="l" for="ch" forName="FiveNodes_5"/>
          <dgm:constr type="w" for="ch" forName="FiveConn_1-2" refType="h" refFor="ch" refForName="FiveNodes_1" fact="0.65"/>
          <dgm:constr type="h" for="ch" forName="FiveConn_1-2" refType="h" refFor="ch" refForName="FiveNodes_1" fact="0.65"/>
          <dgm:constr type="ctrY" for="ch" forName="FiveConn_1-2" refType="h" fact="0.19"/>
          <dgm:constr type="l" for="ch" forName="FiveConn_1-2" refType="l" refFor="ch" refForName="FiveNodes_1"/>
          <dgm:constr type="w" for="ch" forName="FiveConn_2-3" refType="h" refFor="ch" refForName="FiveNodes_2" fact="0.65"/>
          <dgm:constr type="h" for="ch" forName="FiveConn_2-3" refType="h" refFor="ch" refForName="FiveNodes_2" fact="0.65"/>
          <dgm:constr type="ctrY" for="ch" forName="FiveConn_2-3" refType="h" fact="0.395"/>
          <dgm:constr type="l" for="ch" forName="FiveConn_2-3" refType="l" refFor="ch" refForName="FiveNodes_2"/>
          <dgm:constr type="w" for="ch" forName="FiveConn_3-4" refType="h" refFor="ch" refForName="FiveNodes_3" fact="0.65"/>
          <dgm:constr type="h" for="ch" forName="FiveConn_3-4" refType="h" refFor="ch" refForName="FiveNodes_3" fact="0.65"/>
          <dgm:constr type="ctrY" for="ch" forName="FiveConn_3-4" refType="h" fact="0.597"/>
          <dgm:constr type="l" for="ch" forName="FiveConn_3-4" refType="l" refFor="ch" refForName="FiveNodes_3"/>
          <dgm:constr type="w" for="ch" forName="FiveConn_4-5" refType="h" refFor="ch" refForName="FiveNodes_4" fact="0.65"/>
          <dgm:constr type="h" for="ch" forName="FiveConn_4-5" refType="h" refFor="ch" refForName="FiveNodes_4" fact="0.65"/>
          <dgm:constr type="ctrY" for="ch" forName="FiveConn_4-5" refType="h" fact="0.804"/>
          <dgm:constr type="l" for="ch" forName="FiveConn_4-5" refType="l" refFor="ch" refForName="FiveNodes_4"/>
          <dgm:constr type="l" for="ch" forName="FiveNodes_1_text" refType="r" refFor="ch" refForName="FiveConn_1-2"/>
          <dgm:constr type="lOff" for="ch" forName="FiveNodes_1_text" refType="w" refFor="ch" refForName="FiveConn_1-2" fact="0.73"/>
          <dgm:constr type="t" for="ch" forName="FiveNodes_1_text" refType="t" refFor="ch" refForName="FiveNodes_1"/>
          <dgm:constr type="b" for="ch" forName="FiveNodes_1_text" refType="b" refFor="ch" refForName="FiveNodes_1"/>
          <dgm:constr type="r" for="ch" forName="FiveNodes_1_text" refType="r" refFor="ch" refForName="FiveNodes_1"/>
          <dgm:constr type="l" for="ch" forName="FiveNodes_2_text" refType="r" refFor="ch" refForName="FiveConn_1-2"/>
          <dgm:constr type="t" for="ch" forName="FiveNodes_2_text" refType="t" refFor="ch" refForName="FiveNodes_2"/>
          <dgm:constr type="b" for="ch" forName="FiveNodes_2_text" refType="b" refFor="ch" refForName="FiveNodes_2"/>
          <dgm:constr type="r" for="ch" forName="FiveNodes_2_text" refType="r" refFor="ch" refForName="FiveNodes_2"/>
          <dgm:constr type="l" for="ch" forName="FiveNodes_3_text" refType="r" refFor="ch" refForName="FiveConn_2-3"/>
          <dgm:constr type="t" for="ch" forName="FiveNodes_3_text" refType="t" refFor="ch" refForName="FiveNodes_3"/>
          <dgm:constr type="b" for="ch" forName="FiveNodes_3_text" refType="b" refFor="ch" refForName="FiveNodes_3"/>
          <dgm:constr type="r" for="ch" forName="FiveNodes_3_text" refType="r" refFor="ch" refForName="FiveNodes_3"/>
          <dgm:constr type="l" for="ch" forName="FiveNodes_4_text" refType="r" refFor="ch" refForName="FiveConn_3-4"/>
          <dgm:constr type="t" for="ch" forName="FiveNodes_4_text" refType="t" refFor="ch" refForName="FiveNodes_4"/>
          <dgm:constr type="b" for="ch" forName="FiveNodes_4_text" refType="b" refFor="ch" refForName="FiveNodes_4"/>
          <dgm:constr type="r" for="ch" forName="FiveNodes_4_text" refType="r" refFor="ch" refForName="FiveNodes_4"/>
          <dgm:constr type="l" for="ch" forName="FiveNodes_5_text" refType="r" refFor="ch" refForName="FiveConn_4-5"/>
          <dgm:constr type="t" for="ch" forName="FiveNodes_5_text" refType="t" refFor="ch" refForName="FiveNodes_5"/>
          <dgm:constr type="b" for="ch" forName="FiveNodes_5_text" refType="b" refFor="ch" refForName="FiveNodes_5"/>
          <dgm:constr type="r" for="ch" forName="FiveNodes_5_text" refType="r" refFor="ch" refForName="FiveNodes_5"/>
        </dgm:constrLst>
      </dgm:else>
    </dgm:choose>
    <dgm:ruleLst/>
    <dgm:layoutNode name="dummyMaxCanvas">
      <dgm:varLst/>
      <dgm:alg type="sp"/>
      <dgm:shape xmlns:r="http://schemas.openxmlformats.org/officeDocument/2006/relationships" r:blip="">
        <dgm:adjLst/>
      </dgm:shape>
      <dgm:presOf/>
      <dgm:constrLst/>
      <dgm:ruleLst/>
    </dgm:layoutNode>
    <dgm:choose name="Name3">
      <dgm:if name="Name4" axis="ch" ptType="node" func="cnt" op="equ" val="1">
        <dgm:layoutNode name="OneNode_1">
          <dgm:varLst>
            <dgm:bulletEnabled val="1"/>
          </dgm:varLst>
          <dgm:alg type="tx"/>
          <dgm:shape xmlns:r="http://schemas.openxmlformats.org/officeDocument/2006/relationships" type="roundRect" r:blip="">
            <dgm:adjLst>
              <dgm:adj idx="1" val="0.1"/>
            </dgm:adjLst>
          </dgm:shape>
          <dgm:presOf axis="ch desOrSelf" ptType="node node" st="1 1" cnt="1 0"/>
          <dgm:constrLst>
            <dgm:constr type="lMarg" refType="primFontSz" fact="0.3"/>
            <dgm:constr type="rMarg" refType="primFontSz" fact="0.3"/>
            <dgm:constr type="tMarg" refType="primFontSz" fact="0.3"/>
            <dgm:constr type="bMarg" refType="primFontSz" fact="0.3"/>
          </dgm:constrLst>
          <dgm:ruleLst>
            <dgm:rule type="primFontSz" val="5" fact="NaN" max="NaN"/>
          </dgm:ruleLst>
        </dgm:layoutNode>
      </dgm:if>
      <dgm:else name="Name5">
        <dgm:choose name="Name6">
          <dgm:if name="Name7" axis="ch" ptType="node" func="cnt" op="equ" val="2">
            <dgm:layoutNode name="TwoNodes_1">
              <dgm:varLst>
                <dgm:bulletEnabled val="1"/>
              </dgm:varLst>
              <dgm:alg type="sp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 axis="ch desOrSelf" ptType="node node" st="1 1" cnt="1 0"/>
              <dgm:constrLst/>
              <dgm:ruleLst/>
            </dgm:layoutNode>
            <dgm:layoutNode name="TwoNodes_2">
              <dgm:varLst>
                <dgm:bulletEnabled val="1"/>
              </dgm:varLst>
              <dgm:alg type="sp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 axis="ch desOrSelf" ptType="node node" st="2 1" cnt="1 0"/>
              <dgm:constrLst/>
              <dgm:ruleLst/>
            </dgm:layoutNode>
            <dgm:layoutNode name="TwoConn_1-2" styleLbl="fgAccFollowNode1">
              <dgm:varLst>
                <dgm:bulletEnabled val="1"/>
              </dgm:varLst>
              <dgm:alg type="tx"/>
              <dgm:shape xmlns:r="http://schemas.openxmlformats.org/officeDocument/2006/relationships" type="downArrow" r:blip="">
                <dgm:adjLst>
                  <dgm:adj idx="1" val="0.55"/>
                  <dgm:adj idx="2" val="0.45"/>
                </dgm:adjLst>
              </dgm:shape>
              <dgm:presOf axis="ch" ptType="sibTrans" cnt="1"/>
              <dgm:constrLst>
                <dgm:constr type="lMarg" refType="primFontSz" fact="0.1"/>
                <dgm:constr type="rMarg" refType="primFontSz" fact="0.1"/>
                <dgm:constr type="tMarg" refType="primFontSz" fact="0.1"/>
                <dgm:constr type="bMarg" refType="primFontSz" fact="0.1"/>
              </dgm:constrLst>
              <dgm:ruleLst>
                <dgm:rule type="primFontSz" val="5" fact="NaN" max="NaN"/>
              </dgm:ruleLst>
            </dgm:layoutNode>
            <dgm:layoutNode name="TwoNodes_1_text">
              <dgm:varLst>
                <dgm:bulletEnabled val="1"/>
              </dgm:varLst>
              <dgm:alg type="tx">
                <dgm:param type="parTxLTRAlign" val="l"/>
                <dgm:param type="txAnchorVertCh" val="mid"/>
              </dgm:alg>
              <dgm:shape xmlns:r="http://schemas.openxmlformats.org/officeDocument/2006/relationships" type="roundRect" r:blip="" hideGeom="1">
                <dgm:adjLst>
                  <dgm:adj idx="1" val="0.1"/>
                </dgm:adjLst>
              </dgm:shape>
              <dgm:presOf axis="ch desOrSelf" ptType="node node" st="1 1" cnt="1 0"/>
              <dgm:constrLst>
                <dgm:constr type="lMarg" refType="primFontSz" fact="0.3"/>
                <dgm:constr type="rMarg" refType="primFontSz" fact="0.3"/>
                <dgm:constr type="tMarg" refType="primFontSz" fact="0.3"/>
                <dgm:constr type="bMarg" refType="primFontSz" fact="0.3"/>
              </dgm:constrLst>
              <dgm:ruleLst>
                <dgm:rule type="primFontSz" val="5" fact="NaN" max="NaN"/>
              </dgm:ruleLst>
            </dgm:layoutNode>
            <dgm:layoutNode name="TwoNodes_2_text">
              <dgm:varLst>
                <dgm:bulletEnabled val="1"/>
              </dgm:varLst>
              <dgm:alg type="tx">
                <dgm:param type="parTxLTRAlign" val="l"/>
                <dgm:param type="txAnchorVertCh" val="mid"/>
              </dgm:alg>
              <dgm:shape xmlns:r="http://schemas.openxmlformats.org/officeDocument/2006/relationships" type="roundRect" r:blip="" hideGeom="1">
                <dgm:adjLst>
                  <dgm:adj idx="1" val="0.1"/>
                </dgm:adjLst>
              </dgm:shape>
              <dgm:presOf axis="ch desOrSelf" ptType="node node" st="2 1" cnt="1 0"/>
              <dgm:constrLst>
                <dgm:constr type="lMarg" refType="primFontSz" fact="0.3"/>
                <dgm:constr type="rMarg" refType="primFontSz" fact="0.3"/>
                <dgm:constr type="tMarg" refType="primFontSz" fact="0.3"/>
                <dgm:constr type="bMarg" refType="primFontSz" fact="0.3"/>
              </dgm:constrLst>
              <dgm:ruleLst>
                <dgm:rule type="primFontSz" val="5" fact="NaN" max="NaN"/>
              </dgm:ruleLst>
            </dgm:layoutNode>
          </dgm:if>
          <dgm:else name="Name8">
            <dgm:choose name="Name9">
              <dgm:if name="Name10" axis="ch" ptType="node" func="cnt" op="equ" val="3">
                <dgm:layoutNode name="ThreeNodes_1">
                  <dgm:varLst>
                    <dgm:bulletEnabled val="1"/>
                  </dgm:varLst>
                  <dgm:alg type="sp"/>
                  <dgm:shape xmlns:r="http://schemas.openxmlformats.org/officeDocument/2006/relationships" type="roundRect" r:blip="">
                    <dgm:adjLst>
                      <dgm:adj idx="1" val="0.1"/>
                    </dgm:adjLst>
                  </dgm:shape>
                  <dgm:presOf axis="ch desOrSelf" ptType="node node" st="1 1" cnt="1 0"/>
                  <dgm:constrLst/>
                  <dgm:ruleLst/>
                </dgm:layoutNode>
                <dgm:layoutNode name="ThreeNodes_2">
                  <dgm:varLst>
                    <dgm:bulletEnabled val="1"/>
                  </dgm:varLst>
                  <dgm:alg type="sp"/>
                  <dgm:shape xmlns:r="http://schemas.openxmlformats.org/officeDocument/2006/relationships" type="roundRect" r:blip="">
                    <dgm:adjLst>
                      <dgm:adj idx="1" val="0.1"/>
                    </dgm:adjLst>
                  </dgm:shape>
                  <dgm:presOf axis="ch desOrSelf" ptType="node node" st="2 1" cnt="1 0"/>
                  <dgm:constrLst/>
                  <dgm:ruleLst/>
                </dgm:layoutNode>
                <dgm:layoutNode name="ThreeNodes_3">
                  <dgm:varLst>
                    <dgm:bulletEnabled val="1"/>
                  </dgm:varLst>
                  <dgm:alg type="sp"/>
                  <dgm:shape xmlns:r="http://schemas.openxmlformats.org/officeDocument/2006/relationships" type="roundRect" r:blip="">
                    <dgm:adjLst>
                      <dgm:adj idx="1" val="0.1"/>
                    </dgm:adjLst>
                  </dgm:shape>
                  <dgm:presOf axis="ch desOrSelf" ptType="node node" st="3 1" cnt="1 0"/>
                  <dgm:constrLst/>
                  <dgm:ruleLst/>
                </dgm:layoutNode>
                <dgm:layoutNode name="ThreeConn_1-2" styleLbl="fgAccFollowNode1">
                  <dgm:varLst>
                    <dgm:bulletEnabled val="1"/>
                  </dgm:varLst>
                  <dgm:alg type="tx"/>
                  <dgm:shape xmlns:r="http://schemas.openxmlformats.org/officeDocument/2006/relationships" type="downArrow" r:blip="">
                    <dgm:adjLst>
                      <dgm:adj idx="1" val="0.55"/>
                      <dgm:adj idx="2" val="0.45"/>
                    </dgm:adjLst>
                  </dgm:shape>
                  <dgm:presOf axis="ch" ptType="sibTrans" cnt="1"/>
                  <dgm:constrLst>
                    <dgm:constr type="lMarg" refType="primFontSz" fact="0.1"/>
                    <dgm:constr type="rMarg" refType="primFontSz" fact="0.1"/>
                    <dgm:constr type="tMarg" refType="primFontSz" fact="0.1"/>
                    <dgm:constr type="bMarg" refType="primFontSz" fact="0.1"/>
                  </dgm:constrLst>
                  <dgm:ruleLst>
                    <dgm:rule type="primFontSz" val="5" fact="NaN" max="NaN"/>
                  </dgm:ruleLst>
                </dgm:layoutNode>
                <dgm:layoutNode name="ThreeConn_2-3" styleLbl="fgAccFollowNode1">
                  <dgm:varLst>
                    <dgm:bulletEnabled val="1"/>
                  </dgm:varLst>
                  <dgm:alg type="tx"/>
                  <dgm:shape xmlns:r="http://schemas.openxmlformats.org/officeDocument/2006/relationships" type="downArrow" r:blip="">
                    <dgm:adjLst>
                      <dgm:adj idx="1" val="0.55"/>
                      <dgm:adj idx="2" val="0.45"/>
                    </dgm:adjLst>
                  </dgm:shape>
                  <dgm:presOf axis="ch" ptType="sibTrans" st="2" cnt="1"/>
                  <dgm:constrLst>
                    <dgm:constr type="lMarg" refType="primFontSz" fact="0.1"/>
                    <dgm:constr type="rMarg" refType="primFontSz" fact="0.1"/>
                    <dgm:constr type="tMarg" refType="primFontSz" fact="0.1"/>
                    <dgm:constr type="bMarg" refType="primFontSz" fact="0.1"/>
                  </dgm:constrLst>
                  <dgm:ruleLst>
                    <dgm:rule type="primFontSz" val="5" fact="NaN" max="NaN"/>
                  </dgm:ruleLst>
                </dgm:layoutNode>
                <dgm:layoutNode name="ThreeNodes_1_text">
                  <dgm:varLst>
                    <dgm:bulletEnabled val="1"/>
                  </dgm:varLst>
                  <dgm:alg type="tx">
                    <dgm:param type="parTxLTRAlign" val="l"/>
                    <dgm:param type="txAnchorVertCh" val="mid"/>
                  </dgm:alg>
                  <dgm:shape xmlns:r="http://schemas.openxmlformats.org/officeDocument/2006/relationships" type="roundRect" r:blip="" hideGeom="1">
                    <dgm:adjLst>
                      <dgm:adj idx="1" val="0.1"/>
                    </dgm:adjLst>
                  </dgm:shape>
                  <dgm:presOf axis="ch desOrSelf" ptType="node node" st="1 1" cnt="1 0"/>
                  <dgm:constrLst>
                    <dgm:constr type="lMarg" refType="primFontSz" fact="0.3"/>
                    <dgm:constr type="rMarg" refType="primFontSz" fact="0.3"/>
                    <dgm:constr type="tMarg" refType="primFontSz" fact="0.3"/>
                    <dgm:constr type="bMarg" refType="primFontSz" fact="0.3"/>
                  </dgm:constrLst>
                  <dgm:ruleLst>
                    <dgm:rule type="primFontSz" val="5" fact="NaN" max="NaN"/>
                  </dgm:ruleLst>
                </dgm:layoutNode>
                <dgm:layoutNode name="ThreeNodes_2_text">
                  <dgm:varLst>
                    <dgm:bulletEnabled val="1"/>
                  </dgm:varLst>
                  <dgm:alg type="tx">
                    <dgm:param type="parTxLTRAlign" val="l"/>
                    <dgm:param type="txAnchorVertCh" val="mid"/>
                  </dgm:alg>
                  <dgm:shape xmlns:r="http://schemas.openxmlformats.org/officeDocument/2006/relationships" type="roundRect" r:blip="" hideGeom="1">
                    <dgm:adjLst>
                      <dgm:adj idx="1" val="0.1"/>
                    </dgm:adjLst>
                  </dgm:shape>
                  <dgm:presOf axis="ch desOrSelf" ptType="node node" st="2 1" cnt="1 0"/>
                  <dgm:constrLst>
                    <dgm:constr type="lMarg" refType="primFontSz" fact="0.3"/>
                    <dgm:constr type="rMarg" refType="primFontSz" fact="0.3"/>
                    <dgm:constr type="tMarg" refType="primFontSz" fact="0.3"/>
                    <dgm:constr type="bMarg" refType="primFontSz" fact="0.3"/>
                  </dgm:constrLst>
                  <dgm:ruleLst>
                    <dgm:rule type="primFontSz" val="5" fact="NaN" max="NaN"/>
                  </dgm:ruleLst>
                </dgm:layoutNode>
                <dgm:layoutNode name="ThreeNodes_3_text">
                  <dgm:varLst>
                    <dgm:bulletEnabled val="1"/>
                  </dgm:varLst>
                  <dgm:alg type="tx">
                    <dgm:param type="parTxLTRAlign" val="l"/>
                    <dgm:param type="txAnchorVertCh" val="mid"/>
                  </dgm:alg>
                  <dgm:shape xmlns:r="http://schemas.openxmlformats.org/officeDocument/2006/relationships" type="roundRect" r:blip="" hideGeom="1">
                    <dgm:adjLst>
                      <dgm:adj idx="1" val="0.1"/>
                    </dgm:adjLst>
                  </dgm:shape>
                  <dgm:presOf axis="ch desOrSelf" ptType="node node" st="3 1" cnt="1 0"/>
                  <dgm:constrLst>
                    <dgm:constr type="lMarg" refType="primFontSz" fact="0.3"/>
                    <dgm:constr type="rMarg" refType="primFontSz" fact="0.3"/>
                    <dgm:constr type="tMarg" refType="primFontSz" fact="0.3"/>
                    <dgm:constr type="bMarg" refType="primFontSz" fact="0.3"/>
                  </dgm:constrLst>
                  <dgm:ruleLst>
                    <dgm:rule type="primFontSz" val="5" fact="NaN" max="NaN"/>
                  </dgm:ruleLst>
                </dgm:layoutNode>
              </dgm:if>
              <dgm:else name="Name11">
                <dgm:choose name="Name12">
                  <dgm:if name="Name13" axis="ch" ptType="node" func="cnt" op="equ" val="4">
                    <dgm:layoutNode name="FourNodes_1">
                      <dgm:varLst>
                        <dgm:bulletEnabled val="1"/>
                      </dgm:varLst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ch desOrSelf" ptType="node node" st="1 1" cnt="1 0"/>
                      <dgm:constrLst/>
                      <dgm:ruleLst/>
                    </dgm:layoutNode>
                    <dgm:layoutNode name="FourNodes_2">
                      <dgm:varLst>
                        <dgm:bulletEnabled val="1"/>
                      </dgm:varLst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ch desOrSelf" ptType="node node" st="2 1" cnt="1 0"/>
                      <dgm:constrLst/>
                      <dgm:ruleLst/>
                    </dgm:layoutNode>
                    <dgm:layoutNode name="FourNodes_3">
                      <dgm:varLst>
                        <dgm:bulletEnabled val="1"/>
                      </dgm:varLst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ch desOrSelf" ptType="node node" st="3 1" cnt="1 0"/>
                      <dgm:constrLst/>
                      <dgm:ruleLst/>
                    </dgm:layoutNode>
                    <dgm:layoutNode name="FourNodes_4">
                      <dgm:varLst>
                        <dgm:bulletEnabled val="1"/>
                      </dgm:varLst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ch desOrSelf" ptType="node node" st="4 1" cnt="1 0"/>
                      <dgm:constrLst/>
                      <dgm:ruleLst/>
                    </dgm:layoutNode>
                    <dgm:layoutNode name="FourConn_1-2" styleLbl="fgAccFollowNode1">
                      <dgm:varLst>
                        <dgm:bulletEnabled val="1"/>
                      </dgm:varLst>
                      <dgm:alg type="tx"/>
                      <dgm:shape xmlns:r="http://schemas.openxmlformats.org/officeDocument/2006/relationships" type="downArrow" r:blip="">
                        <dgm:adjLst>
                          <dgm:adj idx="1" val="0.55"/>
                          <dgm:adj idx="2" val="0.45"/>
                        </dgm:adjLst>
                      </dgm:shape>
                      <dgm:presOf axis="ch" ptType="sibTrans" cnt="1"/>
                      <dgm:constrLst>
                        <dgm:constr type="lMarg" refType="primFontSz" fact="0.1"/>
                        <dgm:constr type="rMarg" refType="primFontSz" fact="0.1"/>
                        <dgm:constr type="tMarg" refType="primFontSz" fact="0.1"/>
                        <dgm:constr type="bMarg" refType="primFontSz" fact="0.1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Conn_2-3" styleLbl="fgAccFollowNode1">
                      <dgm:varLst>
                        <dgm:bulletEnabled val="1"/>
                      </dgm:varLst>
                      <dgm:alg type="tx"/>
                      <dgm:shape xmlns:r="http://schemas.openxmlformats.org/officeDocument/2006/relationships" type="downArrow" r:blip="">
                        <dgm:adjLst>
                          <dgm:adj idx="1" val="0.55"/>
                          <dgm:adj idx="2" val="0.45"/>
                        </dgm:adjLst>
                      </dgm:shape>
                      <dgm:presOf axis="ch" ptType="sibTrans" st="2" cnt="1"/>
                      <dgm:constrLst>
                        <dgm:constr type="lMarg" refType="primFontSz" fact="0.1"/>
                        <dgm:constr type="rMarg" refType="primFontSz" fact="0.1"/>
                        <dgm:constr type="tMarg" refType="primFontSz" fact="0.1"/>
                        <dgm:constr type="bMarg" refType="primFontSz" fact="0.1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Conn_3-4" styleLbl="fgAccFollowNode1">
                      <dgm:varLst>
                        <dgm:bulletEnabled val="1"/>
                      </dgm:varLst>
                      <dgm:alg type="tx"/>
                      <dgm:shape xmlns:r="http://schemas.openxmlformats.org/officeDocument/2006/relationships" type="downArrow" r:blip="">
                        <dgm:adjLst>
                          <dgm:adj idx="1" val="0.55"/>
                          <dgm:adj idx="2" val="0.45"/>
                        </dgm:adjLst>
                      </dgm:shape>
                      <dgm:presOf axis="ch" ptType="sibTrans" st="3" cnt="1"/>
                      <dgm:constrLst>
                        <dgm:constr type="lMarg" refType="primFontSz" fact="0.1"/>
                        <dgm:constr type="rMarg" refType="primFontSz" fact="0.1"/>
                        <dgm:constr type="tMarg" refType="primFontSz" fact="0.1"/>
                        <dgm:constr type="bMarg" refType="primFontSz" fact="0.1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Nodes_1_text">
                      <dgm:varLst>
                        <dgm:bulletEnabled val="1"/>
                      </dgm:varLst>
                      <dgm:alg type="tx">
                        <dgm:param type="parTxLTRAlign" val="l"/>
                        <dgm:param type="txAnchorVertCh" val="mid"/>
                      </dgm:alg>
                      <dgm:shape xmlns:r="http://schemas.openxmlformats.org/officeDocument/2006/relationships" type="roundRect" r:blip="" hideGeom="1">
                        <dgm:adjLst>
                          <dgm:adj idx="1" val="0.1"/>
                        </dgm:adjLst>
                      </dgm:shape>
                      <dgm:presOf axis="ch desOrSelf" ptType="node node" st="1 1" cnt="1 0"/>
                      <dgm:constrLst>
                        <dgm:constr type="lMarg" refType="primFontSz" fact="0.3"/>
                        <dgm:constr type="rMarg" refType="primFontSz" fact="0.3"/>
                        <dgm:constr type="tMarg" refType="primFontSz" fact="0.3"/>
                        <dgm:constr type="b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Nodes_2_text">
                      <dgm:varLst>
                        <dgm:bulletEnabled val="1"/>
                      </dgm:varLst>
                      <dgm:alg type="tx">
                        <dgm:param type="parTxLTRAlign" val="l"/>
                        <dgm:param type="txAnchorVertCh" val="mid"/>
                      </dgm:alg>
                      <dgm:shape xmlns:r="http://schemas.openxmlformats.org/officeDocument/2006/relationships" type="roundRect" r:blip="" hideGeom="1">
                        <dgm:adjLst>
                          <dgm:adj idx="1" val="0.1"/>
                        </dgm:adjLst>
                      </dgm:shape>
                      <dgm:presOf axis="ch desOrSelf" ptType="node node" st="2 1" cnt="1 0"/>
                      <dgm:constrLst>
                        <dgm:constr type="lMarg" refType="primFontSz" fact="0.3"/>
                        <dgm:constr type="rMarg" refType="primFontSz" fact="0.3"/>
                        <dgm:constr type="tMarg" refType="primFontSz" fact="0.3"/>
                        <dgm:constr type="b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Nodes_3_text">
                      <dgm:varLst>
                        <dgm:bulletEnabled val="1"/>
                      </dgm:varLst>
                      <dgm:alg type="tx">
                        <dgm:param type="parTxLTRAlign" val="l"/>
                        <dgm:param type="txAnchorVertCh" val="mid"/>
                      </dgm:alg>
                      <dgm:shape xmlns:r="http://schemas.openxmlformats.org/officeDocument/2006/relationships" type="roundRect" r:blip="" hideGeom="1">
                        <dgm:adjLst>
                          <dgm:adj idx="1" val="0.1"/>
                        </dgm:adjLst>
                      </dgm:shape>
                      <dgm:presOf axis="ch desOrSelf" ptType="node node" st="3 1" cnt="1 0"/>
                      <dgm:constrLst>
                        <dgm:constr type="lMarg" refType="primFontSz" fact="0.3"/>
                        <dgm:constr type="rMarg" refType="primFontSz" fact="0.3"/>
                        <dgm:constr type="tMarg" refType="primFontSz" fact="0.3"/>
                        <dgm:constr type="b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Nodes_4_text">
                      <dgm:varLst>
                        <dgm:bulletEnabled val="1"/>
                      </dgm:varLst>
                      <dgm:alg type="tx">
                        <dgm:param type="parTxLTRAlign" val="l"/>
                        <dgm:param type="txAnchorVertCh" val="mid"/>
                      </dgm:alg>
                      <dgm:shape xmlns:r="http://schemas.openxmlformats.org/officeDocument/2006/relationships" type="roundRect" r:blip="" hideGeom="1">
                        <dgm:adjLst>
                          <dgm:adj idx="1" val="0.1"/>
                        </dgm:adjLst>
                      </dgm:shape>
                      <dgm:presOf axis="ch desOrSelf" ptType="node node" st="4 1" cnt="1 0"/>
                      <dgm:constrLst>
                        <dgm:constr type="lMarg" refType="primFontSz" fact="0.3"/>
                        <dgm:constr type="rMarg" refType="primFontSz" fact="0.3"/>
                        <dgm:constr type="tMarg" refType="primFontSz" fact="0.3"/>
                        <dgm:constr type="b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</dgm:if>
                  <dgm:else name="Name14">
                    <dgm:choose name="Name15">
                      <dgm:if name="Name16" axis="ch" ptType="node" func="cnt" op="gte" val="5">
                        <dgm:layoutNode name="FiveNodes_1">
                          <dgm:varLst>
                            <dgm:bulletEnabled val="1"/>
                          </dgm:varLst>
                          <dgm:alg type="sp"/>
                          <dgm:shape xmlns:r="http://schemas.openxmlformats.org/officeDocument/2006/relationships" type="roundRect" r:blip="">
                            <dgm:adjLst>
                              <dgm:adj idx="1" val="0.1"/>
                            </dgm:adjLst>
                          </dgm:shape>
                          <dgm:presOf axis="ch desOrSelf" ptType="node node" st="1 1" cnt="1 0"/>
                          <dgm:constrLst/>
                          <dgm:ruleLst/>
                        </dgm:layoutNode>
                        <dgm:layoutNode name="FiveNodes_2">
                          <dgm:varLst>
                            <dgm:bulletEnabled val="1"/>
                          </dgm:varLst>
                          <dgm:alg type="sp"/>
                          <dgm:shape xmlns:r="http://schemas.openxmlformats.org/officeDocument/2006/relationships" type="roundRect" r:blip="">
                            <dgm:adjLst>
                              <dgm:adj idx="1" val="0.1"/>
                            </dgm:adjLst>
                          </dgm:shape>
                          <dgm:presOf axis="ch desOrSelf" ptType="node node" st="2 1" cnt="1 0"/>
                          <dgm:constrLst/>
                          <dgm:ruleLst/>
                        </dgm:layoutNode>
                        <dgm:layoutNode name="FiveNodes_3">
                          <dgm:varLst>
                            <dgm:bulletEnabled val="1"/>
                          </dgm:varLst>
                          <dgm:alg type="sp"/>
                          <dgm:shape xmlns:r="http://schemas.openxmlformats.org/officeDocument/2006/relationships" type="roundRect" r:blip="">
                            <dgm:adjLst>
                              <dgm:adj idx="1" val="0.1"/>
                            </dgm:adjLst>
                          </dgm:shape>
                          <dgm:presOf axis="ch desOrSelf" ptType="node node" st="3 1" cnt="1 0"/>
                          <dgm:constrLst/>
                          <dgm:ruleLst/>
                        </dgm:layoutNode>
                        <dgm:layoutNode name="FiveNodes_4">
                          <dgm:varLst>
                            <dgm:bulletEnabled val="1"/>
                          </dgm:varLst>
                          <dgm:alg type="sp"/>
                          <dgm:shape xmlns:r="http://schemas.openxmlformats.org/officeDocument/2006/relationships" type="roundRect" r:blip="">
                            <dgm:adjLst>
                              <dgm:adj idx="1" val="0.1"/>
                            </dgm:adjLst>
                          </dgm:shape>
                          <dgm:presOf axis="ch desOrSelf" ptType="node node" st="4 1" cnt="1 0"/>
                          <dgm:constrLst/>
                          <dgm:ruleLst/>
                        </dgm:layoutNode>
                        <dgm:layoutNode name="FiveNodes_5">
                          <dgm:varLst>
                            <dgm:bulletEnabled val="1"/>
                          </dgm:varLst>
                          <dgm:alg type="sp"/>
                          <dgm:shape xmlns:r="http://schemas.openxmlformats.org/officeDocument/2006/relationships" type="roundRect" r:blip="">
                            <dgm:adjLst>
                              <dgm:adj idx="1" val="0.1"/>
                            </dgm:adjLst>
                          </dgm:shape>
                          <dgm:presOf axis="ch desOrSelf" ptType="node node" st="5 1" cnt="1 0"/>
                          <dgm:constrLst/>
                          <dgm:ruleLst/>
                        </dgm:layoutNode>
                        <dgm:layoutNode name="FiveConn_1-2" styleLbl="fgAccFollowNode1">
                          <dgm:varLst>
                            <dgm:bulletEnabled val="1"/>
                          </dgm:varLst>
                          <dgm:alg type="tx"/>
                          <dgm:shape xmlns:r="http://schemas.openxmlformats.org/officeDocument/2006/relationships" type="downArrow" r:blip="">
                            <dgm:adjLst>
                              <dgm:adj idx="1" val="0.55"/>
                              <dgm:adj idx="2" val="0.45"/>
                            </dgm:adjLst>
                          </dgm:shape>
                          <dgm:presOf axis="ch" ptType="sibTrans" cnt="1"/>
                          <dgm:constrLst>
                            <dgm:constr type="lMarg" refType="primFontSz" fact="0.1"/>
                            <dgm:constr type="rMarg" refType="primFontSz" fact="0.1"/>
                            <dgm:constr type="tMarg" refType="primFontSz" fact="0.1"/>
                            <dgm:constr type="bMarg" refType="primFontSz" fact="0.1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Conn_2-3" styleLbl="fgAccFollowNode1">
                          <dgm:varLst>
                            <dgm:bulletEnabled val="1"/>
                          </dgm:varLst>
                          <dgm:alg type="tx"/>
                          <dgm:shape xmlns:r="http://schemas.openxmlformats.org/officeDocument/2006/relationships" type="downArrow" r:blip="">
                            <dgm:adjLst>
                              <dgm:adj idx="1" val="0.55"/>
                              <dgm:adj idx="2" val="0.45"/>
                            </dgm:adjLst>
                          </dgm:shape>
                          <dgm:presOf axis="ch" ptType="sibTrans" st="2" cnt="1"/>
                          <dgm:constrLst>
                            <dgm:constr type="lMarg" refType="primFontSz" fact="0.1"/>
                            <dgm:constr type="rMarg" refType="primFontSz" fact="0.1"/>
                            <dgm:constr type="tMarg" refType="primFontSz" fact="0.1"/>
                            <dgm:constr type="bMarg" refType="primFontSz" fact="0.1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Conn_3-4" styleLbl="fgAccFollowNode1">
                          <dgm:varLst>
                            <dgm:bulletEnabled val="1"/>
                          </dgm:varLst>
                          <dgm:alg type="tx"/>
                          <dgm:shape xmlns:r="http://schemas.openxmlformats.org/officeDocument/2006/relationships" type="downArrow" r:blip="">
                            <dgm:adjLst>
                              <dgm:adj idx="1" val="0.55"/>
                              <dgm:adj idx="2" val="0.45"/>
                            </dgm:adjLst>
                          </dgm:shape>
                          <dgm:presOf axis="ch" ptType="sibTrans" st="3" cnt="1"/>
                          <dgm:constrLst>
                            <dgm:constr type="lMarg" refType="primFontSz" fact="0.1"/>
                            <dgm:constr type="rMarg" refType="primFontSz" fact="0.1"/>
                            <dgm:constr type="tMarg" refType="primFontSz" fact="0.1"/>
                            <dgm:constr type="bMarg" refType="primFontSz" fact="0.1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Conn_4-5" styleLbl="fgAccFollowNode1">
                          <dgm:varLst>
                            <dgm:bulletEnabled val="1"/>
                          </dgm:varLst>
                          <dgm:alg type="tx"/>
                          <dgm:shape xmlns:r="http://schemas.openxmlformats.org/officeDocument/2006/relationships" type="downArrow" r:blip="">
                            <dgm:adjLst>
                              <dgm:adj idx="1" val="0.55"/>
                              <dgm:adj idx="2" val="0.45"/>
                            </dgm:adjLst>
                          </dgm:shape>
                          <dgm:presOf axis="ch" ptType="sibTrans" st="4" cnt="1"/>
                          <dgm:constrLst>
                            <dgm:constr type="lMarg" refType="primFontSz" fact="0.1"/>
                            <dgm:constr type="rMarg" refType="primFontSz" fact="0.1"/>
                            <dgm:constr type="tMarg" refType="primFontSz" fact="0.1"/>
                            <dgm:constr type="bMarg" refType="primFontSz" fact="0.1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Nodes_1_text">
                          <dgm:varLst>
                            <dgm:bulletEnabled val="1"/>
                          </dgm:varLst>
                          <dgm:alg type="tx">
                            <dgm:param type="parTxLTRAlign" val="l"/>
                            <dgm:param type="txAnchorVertCh" val="mid"/>
                          </dgm:alg>
                          <dgm:shape xmlns:r="http://schemas.openxmlformats.org/officeDocument/2006/relationships" type="roundRect" r:blip="" hideGeom="1">
                            <dgm:adjLst>
                              <dgm:adj idx="1" val="0.1"/>
                            </dgm:adjLst>
                          </dgm:shape>
                          <dgm:presOf axis="ch desOrSelf" ptType="node node" st="1 1" cnt="1 0"/>
                          <dgm:constrLst>
                            <dgm:constr type="lMarg" refType="primFontSz" fact="0.3"/>
                            <dgm:constr type="rMarg" refType="primFontSz" fact="0.3"/>
                            <dgm:constr type="tMarg" refType="primFontSz" fact="0.3"/>
                            <dgm:constr type="bMarg" refType="primFontSz" fact="0.3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Nodes_2_text">
                          <dgm:varLst>
                            <dgm:bulletEnabled val="1"/>
                          </dgm:varLst>
                          <dgm:alg type="tx">
                            <dgm:param type="parTxLTRAlign" val="l"/>
                            <dgm:param type="txAnchorVertCh" val="mid"/>
                          </dgm:alg>
                          <dgm:shape xmlns:r="http://schemas.openxmlformats.org/officeDocument/2006/relationships" type="roundRect" r:blip="" hideGeom="1">
                            <dgm:adjLst>
                              <dgm:adj idx="1" val="0.1"/>
                            </dgm:adjLst>
                          </dgm:shape>
                          <dgm:presOf axis="ch desOrSelf" ptType="node node" st="2 1" cnt="1 0"/>
                          <dgm:constrLst>
                            <dgm:constr type="lMarg" refType="primFontSz" fact="0.3"/>
                            <dgm:constr type="rMarg" refType="primFontSz" fact="0.3"/>
                            <dgm:constr type="tMarg" refType="primFontSz" fact="0.3"/>
                            <dgm:constr type="bMarg" refType="primFontSz" fact="0.3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Nodes_3_text">
                          <dgm:varLst>
                            <dgm:bulletEnabled val="1"/>
                          </dgm:varLst>
                          <dgm:alg type="tx">
                            <dgm:param type="parTxLTRAlign" val="l"/>
                            <dgm:param type="txAnchorVertCh" val="mid"/>
                          </dgm:alg>
                          <dgm:shape xmlns:r="http://schemas.openxmlformats.org/officeDocument/2006/relationships" type="roundRect" r:blip="" hideGeom="1">
                            <dgm:adjLst>
                              <dgm:adj idx="1" val="0.1"/>
                            </dgm:adjLst>
                          </dgm:shape>
                          <dgm:presOf axis="ch desOrSelf" ptType="node node" st="3 1" cnt="1 0"/>
                          <dgm:constrLst>
                            <dgm:constr type="lMarg" refType="primFontSz" fact="0.3"/>
                            <dgm:constr type="rMarg" refType="primFontSz" fact="0.3"/>
                            <dgm:constr type="tMarg" refType="primFontSz" fact="0.3"/>
                            <dgm:constr type="bMarg" refType="primFontSz" fact="0.3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Nodes_4_text">
                          <dgm:varLst>
                            <dgm:bulletEnabled val="1"/>
                          </dgm:varLst>
                          <dgm:alg type="tx">
                            <dgm:param type="parTxLTRAlign" val="l"/>
                            <dgm:param type="txAnchorVertCh" val="mid"/>
                          </dgm:alg>
                          <dgm:shape xmlns:r="http://schemas.openxmlformats.org/officeDocument/2006/relationships" type="roundRect" r:blip="" hideGeom="1">
                            <dgm:adjLst>
                              <dgm:adj idx="1" val="0.1"/>
                            </dgm:adjLst>
                          </dgm:shape>
                          <dgm:presOf axis="ch desOrSelf" ptType="node node" st="4 1" cnt="1 0"/>
                          <dgm:constrLst>
                            <dgm:constr type="lMarg" refType="primFontSz" fact="0.3"/>
                            <dgm:constr type="rMarg" refType="primFontSz" fact="0.3"/>
                            <dgm:constr type="tMarg" refType="primFontSz" fact="0.3"/>
                            <dgm:constr type="bMarg" refType="primFontSz" fact="0.3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Nodes_5_text">
                          <dgm:varLst>
                            <dgm:bulletEnabled val="1"/>
                          </dgm:varLst>
                          <dgm:alg type="tx">
                            <dgm:param type="parTxLTRAlign" val="l"/>
                            <dgm:param type="txAnchorVertCh" val="mid"/>
                          </dgm:alg>
                          <dgm:shape xmlns:r="http://schemas.openxmlformats.org/officeDocument/2006/relationships" type="roundRect" r:blip="" hideGeom="1">
                            <dgm:adjLst>
                              <dgm:adj idx="1" val="0.1"/>
                            </dgm:adjLst>
                          </dgm:shape>
                          <dgm:presOf axis="ch desOrSelf" ptType="node node" st="5 1" cnt="1 0"/>
                          <dgm:constrLst>
                            <dgm:constr type="lMarg" refType="primFontSz" fact="0.3"/>
                            <dgm:constr type="rMarg" refType="primFontSz" fact="0.3"/>
                            <dgm:constr type="tMarg" refType="primFontSz" fact="0.3"/>
                            <dgm:constr type="bMarg" refType="primFontSz" fact="0.3"/>
                          </dgm:constrLst>
                          <dgm:ruleLst>
                            <dgm:rule type="primFontSz" val="5" fact="NaN" max="NaN"/>
                          </dgm:ruleLst>
                        </dgm:layoutNode>
                      </dgm:if>
                      <dgm:else name="Name17"/>
                    </dgm:choose>
                  </dgm:else>
                </dgm:choose>
              </dgm:else>
            </dgm:choose>
          </dgm:else>
        </dgm:choose>
      </dgm:else>
    </dgm:choose>
  </dgm:layoutNode>
</dgm:layoutDef>
</file>

<file path=ppt/diagrams/layout7.xml><?xml version="1.0" encoding="utf-8"?>
<dgm:layoutDef xmlns:dgm="http://schemas.openxmlformats.org/drawingml/2006/diagram" xmlns:a="http://schemas.openxmlformats.org/drawingml/2006/main" uniqueId="urn:microsoft.com/office/officeart/2018/5/layout/IconLeafLabelList">
  <dgm:title val="Icon Leaf Label List"/>
  <dgm:desc val="Use to show non-sequential or grouped chunks of information accompanied by a related visuals. Works best with icons or small pictures with short text ca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snake">
          <dgm:param type="grDir" val="tL"/>
          <dgm:param type="flowDir" val="row"/>
          <dgm:param type="contDir" val="sameDir"/>
          <dgm:param type="off" val="ctr"/>
          <dgm:param type="vertAlign" val="mid"/>
          <dgm:param type="horzAlign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  <dgm:param type="vertAlign" val="mid"/>
          <dgm:param type="horzAlign" val="ct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2">
        <dgm:constrLst>
          <dgm:constr type="h" for="ch" forName="compNode" refType="h" fact="0.4"/>
          <dgm:constr type="w" for="ch" forName="compNode" val="10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44"/>
          <dgm:constr type="h" for="des" forName="compNode" op="equ"/>
          <dgm:constr type="h" for="des" forName="textRect" op="equ"/>
        </dgm:constrLst>
      </dgm:if>
      <dgm:if name="Name5" axis="ch" ptType="node" func="cnt" op="lte" val="3">
        <dgm:constrLst>
          <dgm:constr type="h" for="ch" forName="compNode" refType="h" fact="0.4"/>
          <dgm:constr type="w" for="ch" forName="compNode" val="10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40"/>
          <dgm:constr type="h" for="des" forName="compNode" op="equ"/>
          <dgm:constr type="h" for="des" forName="textRect" op="equ"/>
        </dgm:constrLst>
      </dgm:if>
      <dgm:if name="Name6" axis="ch" ptType="node" func="cnt" op="lte" val="4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32"/>
          <dgm:constr type="h" for="des" forName="compNode" op="equ"/>
          <dgm:constr type="h" for="des" forName="textRect" op="equ"/>
        </dgm:constrLst>
      </dgm:if>
      <dgm:else name="Name7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24"/>
          <dgm:constr type="h" for="des" forName="compNode" op="equ"/>
          <dgm:constr type="h" for="des" forName="textRect" op="equ"/>
        </dgm:constrLst>
      </dgm:else>
    </dgm:choose>
    <dgm:ruleLst>
      <dgm:rule type="w" for="ch" forName="compNode" val="5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onstrLst>
          <dgm:constr type="w" for="ch" forName="iconBgRect" refType="w" fact="0.61"/>
          <dgm:constr type="h" for="ch" forName="iconBgRect" refType="w" refFor="ch" refForName="iconBgRect"/>
          <dgm:constr type="t" for="ch" forName="iconBgRect"/>
          <dgm:constr type="ctrX" for="ch" forName="iconBgRect" refType="w" fact="0.5"/>
          <dgm:constr type="w" for="ch" forName="iconRect" refType="w" fact="0.35"/>
          <dgm:constr type="h" for="ch" forName="iconRect" refType="w" refFor="ch" refForName="iconRect"/>
          <dgm:constr type="ctrX" for="ch" forName="iconRect" refType="ctrX" refFor="ch" refForName="iconBgRect"/>
          <dgm:constr type="ctrY" for="ch" forName="iconRect" refType="ctrY" refFor="ch" refForName="iconBgRect"/>
          <dgm:constr type="h" for="ch" forName="spaceRect" refType="w" fact="0.19"/>
          <dgm:constr type="w" for="ch" forName="spaceRect" refType="w"/>
          <dgm:constr type="l" for="ch" forName="spaceRect"/>
          <dgm:constr type="t" for="ch" forName="spaceRect" refType="b" refFor="ch" refForName="iconBgRect"/>
          <dgm:constr type="h" for="ch" forName="textRect" val="20"/>
          <dgm:constr type="w" for="ch" forName="textRect" refType="w"/>
          <dgm:constr type="l" for="ch" forName="textRect"/>
          <dgm:constr type="t" for="ch" forName="textRect" refType="b" refFor="ch" refForName="spaceRect"/>
        </dgm:constrLst>
        <dgm:ruleLst>
          <dgm:rule type="h" val="INF" fact="NaN" max="NaN"/>
        </dgm:ruleLst>
        <dgm:layoutNode name="iconBgRect" styleLbl="bgShp">
          <dgm:alg type="sp"/>
          <dgm:shape xmlns:r="http://schemas.openxmlformats.org/officeDocument/2006/relationships" type="round2DiagRect" r:blip="">
            <dgm:adjLst/>
            <dgm:extLst>
              <a:ext uri="{B698B0E9-8C71-41B9-8309-B3DCBF30829C}">
                <dgm1612:spPr xmlns:dgm1612="http://schemas.microsoft.com/office/drawing/2016/12/diagram">
                  <a:prstGeom prst="round2DiagRect">
                    <a:avLst>
                      <a:gd name="adj1" fmla="val 29727"/>
                      <a:gd name="adj2" fmla="val 0"/>
                    </a:avLst>
                  </a:prstGeom>
                </dgm1612:spPr>
              </a:ext>
            </dgm:extLst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textRect" styleLbl="revTx">
          <dgm:varLst>
            <dgm:chMax val="1"/>
            <dgm:chPref val="1"/>
          </dgm:varLst>
          <dgm:alg type="tx"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/>
            <dgm:constr type="rMarg"/>
            <dgm:constr type="tMarg"/>
            <dgm:constr type="bMarg"/>
          </dgm:constrLst>
          <dgm:ruleLst>
            <dgm:rule type="primFontSz" val="11" fact="NaN" max="NaN"/>
            <dgm:rule type="h" val="INF" fact="NaN" max="NaN"/>
          </dgm:ruleLst>
        </dgm:layoutNode>
      </dgm:layoutNode>
      <dgm:forEach name="Name9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  <a:defRPr cap="all"/>
        </a:lvl1pPr>
      </dgm1612:lstStyle>
    </a:ext>
  </dgm:extLst>
</dgm:layoutDef>
</file>

<file path=ppt/diagrams/layout8.xml><?xml version="1.0" encoding="utf-8"?>
<dgm:layoutDef xmlns:dgm="http://schemas.openxmlformats.org/drawingml/2006/diagram" xmlns:a="http://schemas.openxmlformats.org/drawingml/2006/main" uniqueId="urn:microsoft.com/office/officeart/2018/5/layout/IconCircleLabelList">
  <dgm:title val="Icon Circle Label List"/>
  <dgm:desc val="Use to show non-sequential or grouped chunks of information accompanied by a related visuals. Works best with icons or small pictures with short text ca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snake">
          <dgm:param type="grDir" val="tL"/>
          <dgm:param type="flowDir" val="row"/>
          <dgm:param type="contDir" val="sameDir"/>
          <dgm:param type="off" val="ctr"/>
          <dgm:param type="vertAlign" val="mid"/>
          <dgm:param type="horzAlign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  <dgm:param type="vertAlign" val="mid"/>
          <dgm:param type="horzAlign" val="ct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2">
        <dgm:constrLst>
          <dgm:constr type="h" for="ch" forName="compNode" refType="h" fact="0.4"/>
          <dgm:constr type="w" for="ch" forName="compNode" val="10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44"/>
          <dgm:constr type="h" for="des" forName="compNode" op="equ"/>
          <dgm:constr type="h" for="des" forName="textRect" op="equ"/>
        </dgm:constrLst>
      </dgm:if>
      <dgm:if name="Name5" axis="ch" ptType="node" func="cnt" op="lte" val="3">
        <dgm:constrLst>
          <dgm:constr type="h" for="ch" forName="compNode" refType="h" fact="0.4"/>
          <dgm:constr type="w" for="ch" forName="compNode" val="10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40"/>
          <dgm:constr type="h" for="des" forName="compNode" op="equ"/>
          <dgm:constr type="h" for="des" forName="textRect" op="equ"/>
        </dgm:constrLst>
      </dgm:if>
      <dgm:if name="Name6" axis="ch" ptType="node" func="cnt" op="lte" val="4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32"/>
          <dgm:constr type="h" for="des" forName="compNode" op="equ"/>
          <dgm:constr type="h" for="des" forName="textRect" op="equ"/>
        </dgm:constrLst>
      </dgm:if>
      <dgm:else name="Name7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24"/>
          <dgm:constr type="h" for="des" forName="compNode" op="equ"/>
          <dgm:constr type="h" for="des" forName="textRect" op="equ"/>
        </dgm:constrLst>
      </dgm:else>
    </dgm:choose>
    <dgm:ruleLst>
      <dgm:rule type="w" for="ch" forName="compNode" val="5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onstrLst>
          <dgm:constr type="w" for="ch" forName="iconBgRect" refType="w" fact="0.61"/>
          <dgm:constr type="h" for="ch" forName="iconBgRect" refType="w" refFor="ch" refForName="iconBgRect"/>
          <dgm:constr type="t" for="ch" forName="iconBgRect"/>
          <dgm:constr type="ctrX" for="ch" forName="iconBgRect" refType="w" fact="0.5"/>
          <dgm:constr type="w" for="ch" forName="iconRect" refType="w" fact="0.35"/>
          <dgm:constr type="h" for="ch" forName="iconRect" refType="w" refFor="ch" refForName="iconRect"/>
          <dgm:constr type="ctrX" for="ch" forName="iconRect" refType="ctrX" refFor="ch" refForName="iconBgRect"/>
          <dgm:constr type="ctrY" for="ch" forName="iconRect" refType="ctrY" refFor="ch" refForName="iconBgRect"/>
          <dgm:constr type="h" for="ch" forName="spaceRect" refType="w" fact="0.19"/>
          <dgm:constr type="w" for="ch" forName="spaceRect" refType="w"/>
          <dgm:constr type="l" for="ch" forName="spaceRect"/>
          <dgm:constr type="t" for="ch" forName="spaceRect" refType="b" refFor="ch" refForName="iconBgRect"/>
          <dgm:constr type="h" for="ch" forName="textRect" val="20"/>
          <dgm:constr type="w" for="ch" forName="textRect" refType="w"/>
          <dgm:constr type="l" for="ch" forName="textRect"/>
          <dgm:constr type="t" for="ch" forName="textRect" refType="b" refFor="ch" refForName="spaceRect"/>
        </dgm:constrLst>
        <dgm:ruleLst>
          <dgm:rule type="h" val="INF" fact="NaN" max="NaN"/>
        </dgm:ruleLst>
        <dgm:layoutNode name="iconBgRect" styleLbl="bgShp">
          <dgm:alg type="sp"/>
          <dgm:shape xmlns:r="http://schemas.openxmlformats.org/officeDocument/2006/relationships" type="ellipse" r:blip="">
            <dgm:adjLst/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textRect" styleLbl="revTx">
          <dgm:varLst>
            <dgm:chMax val="1"/>
            <dgm:chPref val="1"/>
          </dgm:varLst>
          <dgm:alg type="tx"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/>
            <dgm:constr type="rMarg"/>
            <dgm:constr type="tMarg"/>
            <dgm:constr type="bMarg"/>
          </dgm:constrLst>
          <dgm:ruleLst>
            <dgm:rule type="primFontSz" val="11" fact="NaN" max="NaN"/>
            <dgm:rule type="h" val="INF" fact="NaN" max="NaN"/>
          </dgm:ruleLst>
        </dgm:layoutNode>
      </dgm:layoutNode>
      <dgm:forEach name="Name9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  <a:defRPr cap="all"/>
        </a:lvl1pPr>
      </dgm1612:lstStyle>
    </a:ext>
  </dgm:extLst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4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5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6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7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8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0" y="81252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/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move the slide</a:t>
            </a:r>
          </a:p>
        </p:txBody>
      </p:sp>
      <p:sp>
        <p:nvSpPr>
          <p:cNvPr id="18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indent="0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notes format</a:t>
            </a:r>
          </a:p>
        </p:txBody>
      </p:sp>
      <p:sp>
        <p:nvSpPr>
          <p:cNvPr id="19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indent="0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&lt;header&gt;</a:t>
            </a:r>
          </a:p>
        </p:txBody>
      </p:sp>
      <p:sp>
        <p:nvSpPr>
          <p:cNvPr id="20" name="PlaceHolder 4"/>
          <p:cNvSpPr>
            <a:spLocks noGrp="1"/>
          </p:cNvSpPr>
          <p:nvPr>
            <p:ph type="dt" idx="10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</a:p>
        </p:txBody>
      </p:sp>
      <p:sp>
        <p:nvSpPr>
          <p:cNvPr id="21" name="PlaceHolder 5"/>
          <p:cNvSpPr>
            <a:spLocks noGrp="1"/>
          </p:cNvSpPr>
          <p:nvPr>
            <p:ph type="ftr" idx="11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</a:p>
        </p:txBody>
      </p:sp>
      <p:sp>
        <p:nvSpPr>
          <p:cNvPr id="22" name="PlaceHolder 6"/>
          <p:cNvSpPr>
            <a:spLocks noGrp="1"/>
          </p:cNvSpPr>
          <p:nvPr>
            <p:ph type="sldNum" idx="12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fld id="{BD092B48-A3D8-4235-B1F7-53DBC21DCEBE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‹#›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ástupný symbol pro obrázek snímku 1"/>
          <p:cNvSpPr>
            <a:spLocks noGrp="1" noRot="1" noChangeAspect="1"/>
          </p:cNvSpPr>
          <p:nvPr>
            <p:ph type="sldImg"/>
          </p:nvPr>
        </p:nvSpPr>
        <p:spPr>
          <a:xfrm>
            <a:off x="0" y="812800"/>
            <a:ext cx="0" cy="0"/>
          </a:xfrm>
        </p:spPr>
      </p:sp>
      <p:sp>
        <p:nvSpPr>
          <p:cNvPr id="3" name="Zástupný symbol pro poznámky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cs-CZ" dirty="0"/>
              <a:t>Dobrý den,</a:t>
            </a:r>
          </a:p>
          <a:p>
            <a:r>
              <a:rPr lang="cs-CZ" dirty="0"/>
              <a:t>Přichystali jsme si pro vás prezentaci na náhodu v informačních technologiích jak se využívá kde se využívá a jak se vytváří</a:t>
            </a:r>
          </a:p>
        </p:txBody>
      </p:sp>
      <p:sp>
        <p:nvSpPr>
          <p:cNvPr id="4" name="Zástupný symbol pro číslo snímku 3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indent="0" algn="r">
              <a:buNone/>
            </a:pPr>
            <a:fld id="{BD092B48-A3D8-4235-B1F7-53DBC21DCEBE}" type="slidenum">
              <a:rPr lang="en-US" sz="1400" b="0" u="none" strike="noStrike" smtClean="0">
                <a:solidFill>
                  <a:srgbClr val="000000"/>
                </a:solidFill>
                <a:effectLst/>
                <a:uFillTx/>
                <a:latin typeface="Times New Roman"/>
              </a:rPr>
              <a:t>1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238070165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217488" y="812800"/>
            <a:ext cx="7124700" cy="4008438"/>
          </a:xfrm>
          <a:prstGeom prst="rect">
            <a:avLst/>
          </a:prstGeom>
          <a:ln w="0">
            <a:noFill/>
          </a:ln>
        </p:spPr>
      </p:sp>
      <p:sp>
        <p:nvSpPr>
          <p:cNvPr id="54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indent="0">
              <a:spcBef>
                <a:spcPts val="1191"/>
              </a:spcBef>
              <a:spcAft>
                <a:spcPts val="992"/>
              </a:spcAft>
              <a:buNone/>
            </a:pPr>
            <a:r>
              <a:rPr lang="en-US" sz="1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Na </a:t>
            </a:r>
            <a:r>
              <a:rPr lang="en-US" sz="1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úvod</a:t>
            </a:r>
            <a:r>
              <a:rPr lang="en-US" sz="1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cs-CZ" sz="1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by bylo dobré si </a:t>
            </a:r>
            <a:r>
              <a:rPr lang="en-US" sz="1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ujasnit</a:t>
            </a:r>
            <a:r>
              <a:rPr lang="en-US" sz="1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, co to </a:t>
            </a:r>
            <a:r>
              <a:rPr lang="en-US" sz="1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náhoda</a:t>
            </a:r>
            <a:r>
              <a:rPr lang="en-US" sz="1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en-US" sz="1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vlastně</a:t>
            </a:r>
            <a:r>
              <a:rPr lang="en-US" sz="1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je. Ve </a:t>
            </a:r>
            <a:r>
              <a:rPr lang="en-US" sz="1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fyzice</a:t>
            </a:r>
            <a:r>
              <a:rPr lang="en-US" sz="1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cs-CZ" sz="1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je stále otázka,</a:t>
            </a:r>
            <a:r>
              <a:rPr lang="en-US" sz="1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en-US" sz="1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zda</a:t>
            </a:r>
            <a:r>
              <a:rPr lang="en-US" sz="1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je </a:t>
            </a:r>
            <a:r>
              <a:rPr lang="en-US" sz="1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vesmír</a:t>
            </a:r>
            <a:r>
              <a:rPr lang="en-US" sz="1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en-US" sz="1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skutečně</a:t>
            </a:r>
            <a:r>
              <a:rPr lang="en-US" sz="1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en-US" sz="1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náhodný</a:t>
            </a:r>
            <a:r>
              <a:rPr lang="cs-CZ" sz="1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na kvantovém měřítku</a:t>
            </a:r>
            <a:r>
              <a:rPr lang="en-US" sz="1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en-US" sz="1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nebo</a:t>
            </a:r>
            <a:r>
              <a:rPr lang="en-US" sz="1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en-US" sz="1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zda</a:t>
            </a:r>
            <a:r>
              <a:rPr lang="en-US" sz="1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en-US" sz="1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jen</a:t>
            </a:r>
            <a:r>
              <a:rPr lang="en-US" sz="1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cs-CZ" sz="1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nemáme všechny informace na to abych znali jejich výsledek</a:t>
            </a:r>
            <a:r>
              <a:rPr lang="en-US" sz="1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r>
              <a:rPr lang="cs-CZ" sz="1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Toto rozdělení pojmenováváme </a:t>
            </a:r>
            <a:r>
              <a:rPr lang="cs-CZ" sz="1000" b="0" u="none" strike="noStrike" dirty="0">
                <a:solidFill>
                  <a:srgbClr val="000000"/>
                </a:solidFill>
                <a:effectLst/>
                <a:uFillTx/>
                <a:latin typeface="+mn-lt"/>
              </a:rPr>
              <a:t>jako Determinismus a indeterminismus. Dále rozdělujeme Ontologickou náhodu která je součástí indeterminismu a </a:t>
            </a:r>
            <a:r>
              <a:rPr lang="cs-CZ" sz="1000" b="0" u="none" strike="noStrike" dirty="0" err="1">
                <a:solidFill>
                  <a:srgbClr val="000000"/>
                </a:solidFill>
                <a:effectLst/>
                <a:uFillTx/>
                <a:latin typeface="+mn-lt"/>
              </a:rPr>
              <a:t>Epistomická</a:t>
            </a:r>
            <a:r>
              <a:rPr lang="cs-CZ" sz="1000" b="0" u="none" strike="noStrike" dirty="0">
                <a:solidFill>
                  <a:srgbClr val="000000"/>
                </a:solidFill>
                <a:effectLst/>
                <a:uFillTx/>
                <a:latin typeface="+mn-lt"/>
              </a:rPr>
              <a:t> náhoda která je součástí determinismu.</a:t>
            </a:r>
            <a:r>
              <a:rPr lang="en-US" sz="1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V </a:t>
            </a:r>
            <a:r>
              <a:rPr lang="en-US" sz="1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informatice</a:t>
            </a:r>
            <a:r>
              <a:rPr lang="en-US" sz="1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je to ale </a:t>
            </a:r>
            <a:r>
              <a:rPr lang="en-US" sz="1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praktické</a:t>
            </a:r>
            <a:r>
              <a:rPr lang="en-US" sz="1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: </a:t>
            </a:r>
            <a:r>
              <a:rPr lang="en-US" sz="1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počítač</a:t>
            </a:r>
            <a:r>
              <a:rPr lang="en-US" sz="1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je </a:t>
            </a:r>
            <a:r>
              <a:rPr lang="en-US" sz="1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stroj</a:t>
            </a:r>
            <a:r>
              <a:rPr lang="en-US" sz="1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en-US" sz="1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který</a:t>
            </a:r>
            <a:r>
              <a:rPr lang="en-US" sz="1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en-US" sz="1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jen</a:t>
            </a:r>
            <a:r>
              <a:rPr lang="en-US" sz="1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en-US" sz="1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vykonává</a:t>
            </a:r>
            <a:r>
              <a:rPr lang="en-US" sz="1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en-US" sz="1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instrukce</a:t>
            </a:r>
            <a:r>
              <a:rPr lang="cs-CZ" sz="1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náhoda je ve všech dalších případech chyba</a:t>
            </a:r>
            <a:r>
              <a:rPr lang="en-US" sz="1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. Aby </a:t>
            </a:r>
            <a:r>
              <a:rPr lang="en-US" sz="1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vytvořil</a:t>
            </a:r>
            <a:r>
              <a:rPr lang="en-US" sz="1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en-US" sz="1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náhodu</a:t>
            </a:r>
            <a:r>
              <a:rPr lang="en-US" sz="1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en-US" sz="1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musí</a:t>
            </a:r>
            <a:r>
              <a:rPr lang="en-US" sz="1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ji </a:t>
            </a:r>
            <a:r>
              <a:rPr lang="en-US" sz="1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buď</a:t>
            </a:r>
            <a:r>
              <a:rPr lang="en-US" sz="1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'</a:t>
            </a:r>
            <a:r>
              <a:rPr lang="en-US" sz="1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opsat</a:t>
            </a:r>
            <a:r>
              <a:rPr lang="en-US" sz="1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' z </a:t>
            </a:r>
            <a:r>
              <a:rPr lang="en-US" sz="1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vnějšího</a:t>
            </a:r>
            <a:r>
              <a:rPr lang="en-US" sz="1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en-US" sz="1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světa</a:t>
            </a:r>
            <a:r>
              <a:rPr lang="en-US" sz="1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en-US" sz="1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pomocí</a:t>
            </a:r>
            <a:r>
              <a:rPr lang="en-US" sz="1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en-US" sz="1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hardwarového</a:t>
            </a:r>
            <a:r>
              <a:rPr lang="en-US" sz="1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en-US" sz="1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šumu</a:t>
            </a:r>
            <a:r>
              <a:rPr lang="en-US" sz="1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en-US" sz="1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čemuž</a:t>
            </a:r>
            <a:r>
              <a:rPr lang="en-US" sz="1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en-US" sz="1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říkáme</a:t>
            </a:r>
            <a:r>
              <a:rPr lang="en-US" sz="1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TRNG, </a:t>
            </a:r>
            <a:r>
              <a:rPr lang="en-US" sz="1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nebo</a:t>
            </a:r>
            <a:r>
              <a:rPr lang="en-US" sz="1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ji </a:t>
            </a:r>
            <a:r>
              <a:rPr lang="en-US" sz="1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musí</a:t>
            </a:r>
            <a:r>
              <a:rPr lang="en-US" sz="1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en-US" sz="1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nasimulovat</a:t>
            </a:r>
            <a:r>
              <a:rPr lang="en-US" sz="1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en-US" sz="1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pomocí</a:t>
            </a:r>
            <a:r>
              <a:rPr lang="en-US" sz="1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en-US" sz="1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vzorců</a:t>
            </a:r>
            <a:r>
              <a:rPr lang="en-US" sz="1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– to je </a:t>
            </a:r>
            <a:r>
              <a:rPr lang="en-US" sz="1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tzv</a:t>
            </a:r>
            <a:r>
              <a:rPr lang="en-US" sz="1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en-US" sz="1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pseudonáhodnost</a:t>
            </a:r>
            <a:r>
              <a:rPr lang="en-US" sz="1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cs-CZ" sz="10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US" sz="1000" b="0" u="none" strike="noStrike" dirty="0" err="1">
                <a:solidFill>
                  <a:srgbClr val="000000"/>
                </a:solidFill>
                <a:effectLst/>
                <a:uFillTx/>
                <a:latin typeface="+mn-lt"/>
              </a:rPr>
              <a:t>Ontologická</a:t>
            </a:r>
            <a:r>
              <a:rPr lang="en-US" sz="1000" b="0" u="none" strike="noStrike" dirty="0">
                <a:solidFill>
                  <a:srgbClr val="000000"/>
                </a:solidFill>
                <a:effectLst/>
                <a:uFillTx/>
                <a:latin typeface="+mn-lt"/>
              </a:rPr>
              <a:t> </a:t>
            </a:r>
            <a:r>
              <a:rPr lang="en-US" sz="1000" b="0" u="none" strike="noStrike" dirty="0" err="1">
                <a:solidFill>
                  <a:srgbClr val="000000"/>
                </a:solidFill>
                <a:effectLst/>
                <a:uFillTx/>
                <a:latin typeface="+mn-lt"/>
              </a:rPr>
              <a:t>náhoda</a:t>
            </a:r>
            <a:r>
              <a:rPr lang="en-US" sz="1000" b="0" u="none" strike="noStrike" dirty="0">
                <a:solidFill>
                  <a:srgbClr val="000000"/>
                </a:solidFill>
                <a:effectLst/>
                <a:uFillTx/>
                <a:latin typeface="+mn-lt"/>
              </a:rPr>
              <a:t>: </a:t>
            </a:r>
            <a:r>
              <a:rPr lang="en-US" sz="1000" b="0" u="none" strike="noStrike" dirty="0" err="1">
                <a:solidFill>
                  <a:srgbClr val="000000"/>
                </a:solidFill>
                <a:effectLst/>
                <a:uFillTx/>
                <a:latin typeface="+mn-lt"/>
              </a:rPr>
              <a:t>skutečná</a:t>
            </a:r>
            <a:r>
              <a:rPr lang="en-US" sz="1000" b="0" u="none" strike="noStrike" dirty="0">
                <a:solidFill>
                  <a:srgbClr val="000000"/>
                </a:solidFill>
                <a:effectLst/>
                <a:uFillTx/>
                <a:latin typeface="+mn-lt"/>
              </a:rPr>
              <a:t> </a:t>
            </a:r>
            <a:r>
              <a:rPr lang="en-US" sz="1000" b="0" u="none" strike="noStrike" dirty="0" err="1">
                <a:solidFill>
                  <a:srgbClr val="000000"/>
                </a:solidFill>
                <a:effectLst/>
                <a:uFillTx/>
                <a:latin typeface="+mn-lt"/>
              </a:rPr>
              <a:t>nepředvídatelnost</a:t>
            </a:r>
            <a:r>
              <a:rPr lang="en-US" sz="1000" b="0" u="none" strike="noStrike" dirty="0">
                <a:solidFill>
                  <a:srgbClr val="000000"/>
                </a:solidFill>
                <a:effectLst/>
                <a:uFillTx/>
                <a:latin typeface="+mn-lt"/>
              </a:rPr>
              <a:t> (</a:t>
            </a:r>
            <a:r>
              <a:rPr lang="en-US" sz="1000" b="0" u="none" strike="noStrike" dirty="0" err="1">
                <a:solidFill>
                  <a:srgbClr val="000000"/>
                </a:solidFill>
                <a:effectLst/>
                <a:uFillTx/>
                <a:latin typeface="+mn-lt"/>
              </a:rPr>
              <a:t>kvantové</a:t>
            </a:r>
            <a:r>
              <a:rPr lang="en-US" sz="1000" b="0" u="none" strike="noStrike" dirty="0">
                <a:solidFill>
                  <a:srgbClr val="000000"/>
                </a:solidFill>
                <a:effectLst/>
                <a:uFillTx/>
                <a:latin typeface="+mn-lt"/>
              </a:rPr>
              <a:t> </a:t>
            </a:r>
            <a:r>
              <a:rPr lang="en-US" sz="1000" b="0" u="none" strike="noStrike" dirty="0" err="1">
                <a:solidFill>
                  <a:srgbClr val="000000"/>
                </a:solidFill>
                <a:effectLst/>
                <a:uFillTx/>
                <a:latin typeface="+mn-lt"/>
              </a:rPr>
              <a:t>jevy</a:t>
            </a:r>
            <a:r>
              <a:rPr lang="en-US" sz="1000" b="0" u="none" strike="noStrike" dirty="0">
                <a:solidFill>
                  <a:srgbClr val="000000"/>
                </a:solidFill>
                <a:effectLst/>
                <a:uFillTx/>
                <a:latin typeface="+mn-lt"/>
              </a:rPr>
              <a:t>)</a:t>
            </a:r>
          </a:p>
          <a:p>
            <a:pPr marL="216000" indent="-216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US" sz="1000" b="0" u="none" strike="noStrike" dirty="0" err="1">
                <a:solidFill>
                  <a:srgbClr val="000000"/>
                </a:solidFill>
                <a:effectLst/>
                <a:uFillTx/>
                <a:latin typeface="+mn-lt"/>
              </a:rPr>
              <a:t>Epistomická</a:t>
            </a:r>
            <a:r>
              <a:rPr lang="en-US" sz="1000" b="0" u="none" strike="noStrike" dirty="0">
                <a:solidFill>
                  <a:srgbClr val="000000"/>
                </a:solidFill>
                <a:effectLst/>
                <a:uFillTx/>
                <a:latin typeface="+mn-lt"/>
              </a:rPr>
              <a:t> </a:t>
            </a:r>
            <a:r>
              <a:rPr lang="en-US" sz="1000" b="0" u="none" strike="noStrike" dirty="0" err="1">
                <a:solidFill>
                  <a:srgbClr val="000000"/>
                </a:solidFill>
                <a:effectLst/>
                <a:uFillTx/>
                <a:latin typeface="+mn-lt"/>
              </a:rPr>
              <a:t>náhoda</a:t>
            </a:r>
            <a:r>
              <a:rPr lang="en-US" sz="1000" b="0" u="none" strike="noStrike" dirty="0">
                <a:solidFill>
                  <a:srgbClr val="000000"/>
                </a:solidFill>
                <a:effectLst/>
                <a:uFillTx/>
                <a:latin typeface="+mn-lt"/>
              </a:rPr>
              <a:t>: </a:t>
            </a:r>
            <a:r>
              <a:rPr lang="en-US" sz="1000" b="0" u="none" strike="noStrike" dirty="0" err="1">
                <a:solidFill>
                  <a:srgbClr val="000000"/>
                </a:solidFill>
                <a:effectLst/>
                <a:uFillTx/>
                <a:latin typeface="+mn-lt"/>
              </a:rPr>
              <a:t>protože</a:t>
            </a:r>
            <a:r>
              <a:rPr lang="en-US" sz="1000" b="0" u="none" strike="noStrike" dirty="0">
                <a:solidFill>
                  <a:srgbClr val="000000"/>
                </a:solidFill>
                <a:effectLst/>
                <a:uFillTx/>
                <a:latin typeface="+mn-lt"/>
              </a:rPr>
              <a:t> o </a:t>
            </a:r>
            <a:r>
              <a:rPr lang="en-US" sz="1000" b="0" u="none" strike="noStrike" dirty="0" err="1">
                <a:solidFill>
                  <a:srgbClr val="000000"/>
                </a:solidFill>
                <a:effectLst/>
                <a:uFillTx/>
                <a:latin typeface="+mn-lt"/>
              </a:rPr>
              <a:t>něčem</a:t>
            </a:r>
            <a:r>
              <a:rPr lang="en-US" sz="1000" b="0" u="none" strike="noStrike" dirty="0">
                <a:solidFill>
                  <a:srgbClr val="000000"/>
                </a:solidFill>
                <a:effectLst/>
                <a:uFillTx/>
                <a:latin typeface="+mn-lt"/>
              </a:rPr>
              <a:t> </a:t>
            </a:r>
            <a:r>
              <a:rPr lang="en-US" sz="1000" b="0" u="none" strike="noStrike" dirty="0" err="1">
                <a:solidFill>
                  <a:srgbClr val="000000"/>
                </a:solidFill>
                <a:effectLst/>
                <a:uFillTx/>
                <a:latin typeface="+mn-lt"/>
              </a:rPr>
              <a:t>nemáme</a:t>
            </a:r>
            <a:r>
              <a:rPr lang="en-US" sz="1000" b="0" u="none" strike="noStrike" dirty="0">
                <a:solidFill>
                  <a:srgbClr val="000000"/>
                </a:solidFill>
                <a:effectLst/>
                <a:uFillTx/>
                <a:latin typeface="+mn-lt"/>
              </a:rPr>
              <a:t> </a:t>
            </a:r>
            <a:r>
              <a:rPr lang="en-US" sz="1000" b="0" u="none" strike="noStrike" dirty="0" err="1">
                <a:solidFill>
                  <a:srgbClr val="000000"/>
                </a:solidFill>
                <a:effectLst/>
                <a:uFillTx/>
                <a:latin typeface="+mn-lt"/>
              </a:rPr>
              <a:t>dostatečné</a:t>
            </a:r>
            <a:r>
              <a:rPr lang="en-US" sz="1000" b="0" u="none" strike="noStrike" dirty="0">
                <a:solidFill>
                  <a:srgbClr val="000000"/>
                </a:solidFill>
                <a:effectLst/>
                <a:uFillTx/>
                <a:latin typeface="+mn-lt"/>
              </a:rPr>
              <a:t> </a:t>
            </a:r>
            <a:r>
              <a:rPr lang="en-US" sz="1000" b="0" u="none" strike="noStrike" dirty="0" err="1">
                <a:solidFill>
                  <a:srgbClr val="000000"/>
                </a:solidFill>
                <a:effectLst/>
                <a:uFillTx/>
                <a:latin typeface="+mn-lt"/>
              </a:rPr>
              <a:t>množství</a:t>
            </a:r>
            <a:r>
              <a:rPr lang="en-US" sz="1000" b="0" u="none" strike="noStrike" dirty="0">
                <a:solidFill>
                  <a:srgbClr val="000000"/>
                </a:solidFill>
                <a:effectLst/>
                <a:uFillTx/>
                <a:latin typeface="+mn-lt"/>
              </a:rPr>
              <a:t> </a:t>
            </a:r>
            <a:r>
              <a:rPr lang="en-US" sz="1000" b="0" u="none" strike="noStrike" dirty="0" err="1">
                <a:solidFill>
                  <a:srgbClr val="000000"/>
                </a:solidFill>
                <a:effectLst/>
                <a:uFillTx/>
                <a:latin typeface="+mn-lt"/>
              </a:rPr>
              <a:t>dat</a:t>
            </a:r>
            <a:r>
              <a:rPr lang="en-US" sz="1000" b="0" u="none" strike="noStrike" dirty="0">
                <a:solidFill>
                  <a:srgbClr val="000000"/>
                </a:solidFill>
                <a:effectLst/>
                <a:uFillTx/>
                <a:latin typeface="+mn-lt"/>
              </a:rPr>
              <a:t>, </a:t>
            </a:r>
            <a:r>
              <a:rPr lang="en-US" sz="1000" b="0" u="none" strike="noStrike" dirty="0" err="1">
                <a:solidFill>
                  <a:srgbClr val="000000"/>
                </a:solidFill>
                <a:effectLst/>
                <a:uFillTx/>
                <a:latin typeface="+mn-lt"/>
              </a:rPr>
              <a:t>říkáme</a:t>
            </a:r>
            <a:r>
              <a:rPr lang="en-US" sz="1000" b="0" u="none" strike="noStrike" dirty="0">
                <a:solidFill>
                  <a:srgbClr val="000000"/>
                </a:solidFill>
                <a:effectLst/>
                <a:uFillTx/>
                <a:latin typeface="+mn-lt"/>
              </a:rPr>
              <a:t> </a:t>
            </a:r>
            <a:r>
              <a:rPr lang="en-US" sz="1000" b="0" u="none" strike="noStrike" dirty="0" err="1">
                <a:solidFill>
                  <a:srgbClr val="000000"/>
                </a:solidFill>
                <a:effectLst/>
                <a:uFillTx/>
                <a:latin typeface="+mn-lt"/>
              </a:rPr>
              <a:t>že</a:t>
            </a:r>
            <a:r>
              <a:rPr lang="en-US" sz="1000" b="0" u="none" strike="noStrike" dirty="0">
                <a:solidFill>
                  <a:srgbClr val="000000"/>
                </a:solidFill>
                <a:effectLst/>
                <a:uFillTx/>
                <a:latin typeface="+mn-lt"/>
              </a:rPr>
              <a:t> se </a:t>
            </a:r>
            <a:r>
              <a:rPr lang="en-US" sz="1000" b="0" u="none" strike="noStrike" dirty="0" err="1">
                <a:solidFill>
                  <a:srgbClr val="000000"/>
                </a:solidFill>
                <a:effectLst/>
                <a:uFillTx/>
                <a:latin typeface="+mn-lt"/>
              </a:rPr>
              <a:t>jedná</a:t>
            </a:r>
            <a:r>
              <a:rPr lang="en-US" sz="1000" b="0" u="none" strike="noStrike" dirty="0">
                <a:solidFill>
                  <a:srgbClr val="000000"/>
                </a:solidFill>
                <a:effectLst/>
                <a:uFillTx/>
                <a:latin typeface="+mn-lt"/>
              </a:rPr>
              <a:t> o </a:t>
            </a:r>
            <a:r>
              <a:rPr lang="en-US" sz="1000" b="0" u="none" strike="noStrike" dirty="0" err="1">
                <a:solidFill>
                  <a:srgbClr val="000000"/>
                </a:solidFill>
                <a:effectLst/>
                <a:uFillTx/>
                <a:latin typeface="+mn-lt"/>
              </a:rPr>
              <a:t>náhodu</a:t>
            </a:r>
            <a:r>
              <a:rPr lang="en-US" sz="1000" b="0" u="none" strike="noStrike" dirty="0">
                <a:solidFill>
                  <a:srgbClr val="000000"/>
                </a:solidFill>
                <a:effectLst/>
                <a:uFillTx/>
                <a:latin typeface="+mn-lt"/>
              </a:rPr>
              <a:t> (hod </a:t>
            </a:r>
            <a:r>
              <a:rPr lang="en-US" sz="1000" b="0" u="none" strike="noStrike" dirty="0" err="1">
                <a:solidFill>
                  <a:srgbClr val="000000"/>
                </a:solidFill>
                <a:effectLst/>
                <a:uFillTx/>
                <a:latin typeface="+mn-lt"/>
              </a:rPr>
              <a:t>kostkou</a:t>
            </a:r>
            <a:r>
              <a:rPr lang="en-US" sz="1000" b="0" u="none" strike="noStrike" dirty="0">
                <a:solidFill>
                  <a:srgbClr val="000000"/>
                </a:solidFill>
                <a:effectLst/>
                <a:uFillTx/>
                <a:latin typeface="+mn-lt"/>
              </a:rPr>
              <a:t>)</a:t>
            </a:r>
          </a:p>
          <a:p>
            <a:pPr marL="216000" indent="-216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US" sz="1000" b="0" u="none" strike="noStrike" dirty="0">
                <a:solidFill>
                  <a:srgbClr val="000000"/>
                </a:solidFill>
                <a:effectLst/>
                <a:uFillTx/>
                <a:latin typeface="+mn-lt"/>
              </a:rPr>
              <a:t>V IT </a:t>
            </a:r>
            <a:r>
              <a:rPr lang="en-US" sz="1000" b="0" u="none" strike="noStrike" dirty="0" err="1">
                <a:solidFill>
                  <a:srgbClr val="000000"/>
                </a:solidFill>
                <a:effectLst/>
                <a:uFillTx/>
                <a:latin typeface="+mn-lt"/>
              </a:rPr>
              <a:t>dělíme</a:t>
            </a:r>
            <a:r>
              <a:rPr lang="en-US" sz="1000" b="0" u="none" strike="noStrike" dirty="0">
                <a:solidFill>
                  <a:srgbClr val="000000"/>
                </a:solidFill>
                <a:effectLst/>
                <a:uFillTx/>
                <a:latin typeface="+mn-lt"/>
              </a:rPr>
              <a:t> </a:t>
            </a:r>
            <a:r>
              <a:rPr lang="en-US" sz="1000" b="0" u="none" strike="noStrike" dirty="0" err="1">
                <a:solidFill>
                  <a:srgbClr val="000000"/>
                </a:solidFill>
                <a:effectLst/>
                <a:uFillTx/>
                <a:latin typeface="+mn-lt"/>
              </a:rPr>
              <a:t>zdroje</a:t>
            </a:r>
            <a:r>
              <a:rPr lang="en-US" sz="1000" b="0" u="none" strike="noStrike" dirty="0">
                <a:solidFill>
                  <a:srgbClr val="000000"/>
                </a:solidFill>
                <a:effectLst/>
                <a:uFillTx/>
                <a:latin typeface="+mn-lt"/>
              </a:rPr>
              <a:t> </a:t>
            </a:r>
            <a:r>
              <a:rPr lang="en-US" sz="1000" b="0" u="none" strike="noStrike" dirty="0" err="1">
                <a:solidFill>
                  <a:srgbClr val="000000"/>
                </a:solidFill>
                <a:effectLst/>
                <a:uFillTx/>
                <a:latin typeface="+mn-lt"/>
              </a:rPr>
              <a:t>náhody</a:t>
            </a:r>
            <a:r>
              <a:rPr lang="en-US" sz="1000" b="0" u="none" strike="noStrike" dirty="0">
                <a:solidFill>
                  <a:srgbClr val="000000"/>
                </a:solidFill>
                <a:effectLst/>
                <a:uFillTx/>
                <a:latin typeface="+mn-lt"/>
              </a:rPr>
              <a:t> </a:t>
            </a:r>
            <a:r>
              <a:rPr lang="en-US" sz="1000" b="0" u="none" strike="noStrike" dirty="0" err="1">
                <a:solidFill>
                  <a:srgbClr val="000000"/>
                </a:solidFill>
                <a:effectLst/>
                <a:uFillTx/>
                <a:latin typeface="+mn-lt"/>
              </a:rPr>
              <a:t>na</a:t>
            </a:r>
            <a:r>
              <a:rPr lang="en-US" sz="1000" b="0" u="none" strike="noStrike" dirty="0">
                <a:solidFill>
                  <a:srgbClr val="000000"/>
                </a:solidFill>
                <a:effectLst/>
                <a:uFillTx/>
                <a:latin typeface="+mn-lt"/>
              </a:rPr>
              <a:t>:</a:t>
            </a:r>
          </a:p>
          <a:p>
            <a:pPr marL="432000" lvl="1" indent="-216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US" sz="1000" b="0" u="none" strike="noStrike" dirty="0">
                <a:solidFill>
                  <a:srgbClr val="000000"/>
                </a:solidFill>
                <a:effectLst/>
                <a:uFillTx/>
                <a:latin typeface="+mn-lt"/>
              </a:rPr>
              <a:t>TRNG (True Random Number Generator) – </a:t>
            </a:r>
            <a:r>
              <a:rPr lang="en-US" sz="1000" b="0" u="none" strike="noStrike" dirty="0" err="1">
                <a:solidFill>
                  <a:srgbClr val="000000"/>
                </a:solidFill>
                <a:effectLst/>
                <a:uFillTx/>
                <a:latin typeface="+mn-lt"/>
              </a:rPr>
              <a:t>hardwarový</a:t>
            </a:r>
            <a:r>
              <a:rPr lang="en-US" sz="1000" b="0" u="none" strike="noStrike" dirty="0">
                <a:solidFill>
                  <a:srgbClr val="000000"/>
                </a:solidFill>
                <a:effectLst/>
                <a:uFillTx/>
                <a:latin typeface="+mn-lt"/>
              </a:rPr>
              <a:t> </a:t>
            </a:r>
            <a:r>
              <a:rPr lang="en-US" sz="1000" b="0" u="none" strike="noStrike" dirty="0" err="1">
                <a:solidFill>
                  <a:srgbClr val="000000"/>
                </a:solidFill>
                <a:effectLst/>
                <a:uFillTx/>
                <a:latin typeface="+mn-lt"/>
              </a:rPr>
              <a:t>šum</a:t>
            </a:r>
            <a:r>
              <a:rPr lang="en-US" sz="1000" b="0" u="none" strike="noStrike" dirty="0">
                <a:solidFill>
                  <a:srgbClr val="000000"/>
                </a:solidFill>
                <a:effectLst/>
                <a:uFillTx/>
                <a:latin typeface="+mn-lt"/>
              </a:rPr>
              <a:t>.</a:t>
            </a:r>
          </a:p>
          <a:p>
            <a:pPr marL="432000" lvl="1" indent="-216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US" sz="1000" b="0" u="none" strike="noStrike" dirty="0">
                <a:solidFill>
                  <a:srgbClr val="000000"/>
                </a:solidFill>
                <a:effectLst/>
                <a:uFillTx/>
                <a:latin typeface="+mn-lt"/>
              </a:rPr>
              <a:t>PRNG (Pseudo-Random Number Generator) – </a:t>
            </a:r>
            <a:r>
              <a:rPr lang="en-US" sz="1000" b="0" u="none" strike="noStrike" dirty="0" err="1">
                <a:solidFill>
                  <a:srgbClr val="000000"/>
                </a:solidFill>
                <a:effectLst/>
                <a:uFillTx/>
                <a:latin typeface="+mn-lt"/>
              </a:rPr>
              <a:t>matematický</a:t>
            </a:r>
            <a:r>
              <a:rPr lang="en-US" sz="1000" b="0" u="none" strike="noStrike" dirty="0">
                <a:solidFill>
                  <a:srgbClr val="000000"/>
                </a:solidFill>
                <a:effectLst/>
                <a:uFillTx/>
                <a:latin typeface="+mn-lt"/>
              </a:rPr>
              <a:t> </a:t>
            </a:r>
            <a:r>
              <a:rPr lang="en-US" sz="1000" b="0" u="none" strike="noStrike" dirty="0" err="1">
                <a:solidFill>
                  <a:srgbClr val="000000"/>
                </a:solidFill>
                <a:effectLst/>
                <a:uFillTx/>
                <a:latin typeface="+mn-lt"/>
              </a:rPr>
              <a:t>výpočet</a:t>
            </a:r>
            <a:endParaRPr lang="en-US" sz="1000" b="0" u="none" strike="noStrike" dirty="0">
              <a:solidFill>
                <a:srgbClr val="000000"/>
              </a:solidFill>
              <a:effectLst/>
              <a:uFillTx/>
              <a:latin typeface="+mn-lt"/>
            </a:endParaRPr>
          </a:p>
          <a:p>
            <a:pPr indent="0">
              <a:spcBef>
                <a:spcPts val="1191"/>
              </a:spcBef>
              <a:spcAft>
                <a:spcPts val="992"/>
              </a:spcAft>
              <a:buNone/>
            </a:pPr>
            <a:endParaRPr lang="en-US" sz="10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ástupný symbol pro obrázek snímku 1"/>
          <p:cNvSpPr>
            <a:spLocks noGrp="1" noRot="1" noChangeAspect="1"/>
          </p:cNvSpPr>
          <p:nvPr>
            <p:ph type="sldImg"/>
          </p:nvPr>
        </p:nvSpPr>
        <p:spPr>
          <a:xfrm>
            <a:off x="0" y="812800"/>
            <a:ext cx="0" cy="0"/>
          </a:xfrm>
        </p:spPr>
      </p:sp>
      <p:sp>
        <p:nvSpPr>
          <p:cNvPr id="3" name="Zástupný symbol pro poznámky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cs-CZ" dirty="0" err="1"/>
              <a:t>Pseudonáhoda</a:t>
            </a:r>
            <a:r>
              <a:rPr lang="cs-CZ" dirty="0"/>
              <a:t> je nedokonalá náhodnost vytvořená algoritmem který se snaží dostat na 100% náhodnost, což znamená všechny zvolené možnosti stejně pravděpodobné a jednotlivě vygenerované čísla se </a:t>
            </a:r>
            <a:r>
              <a:rPr lang="cs-CZ" dirty="0" err="1"/>
              <a:t>neovlivnují</a:t>
            </a:r>
            <a:r>
              <a:rPr lang="cs-CZ" dirty="0"/>
              <a:t>. Jelikož jsou však deterministické jsou </a:t>
            </a:r>
            <a:r>
              <a:rPr lang="cs-CZ" dirty="0" err="1"/>
              <a:t>absultně</a:t>
            </a:r>
            <a:r>
              <a:rPr lang="cs-CZ" dirty="0"/>
              <a:t> vázané na svůj vstup neboli </a:t>
            </a:r>
            <a:r>
              <a:rPr lang="cs-CZ" dirty="0" err="1"/>
              <a:t>seed</a:t>
            </a:r>
            <a:r>
              <a:rPr lang="cs-CZ" dirty="0"/>
              <a:t>. PRNG pracují s takzvaným konečným vnitřním stavem což znamená že časem se posloupnost časem opakuje tomu to se říká periodicita. </a:t>
            </a:r>
            <a:r>
              <a:rPr lang="cs-CZ" dirty="0" err="1"/>
              <a:t>Jefektivita</a:t>
            </a:r>
            <a:r>
              <a:rPr lang="cs-CZ" dirty="0"/>
              <a:t> je pak samozřejmě rychlost výpočtu odvozená s komplexe </a:t>
            </a:r>
            <a:r>
              <a:rPr lang="cs-CZ" dirty="0" err="1"/>
              <a:t>seedu</a:t>
            </a:r>
            <a:r>
              <a:rPr lang="cs-CZ" dirty="0"/>
              <a:t> a algoritmu standartně jsou to velmi nenáročné operace.</a:t>
            </a:r>
          </a:p>
          <a:p>
            <a:pPr marL="864000" lvl="1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"/>
            </a:pPr>
            <a:r>
              <a:rPr lang="en-US" sz="2000" b="1" u="none" strike="noStrike" dirty="0" err="1">
                <a:solidFill>
                  <a:srgbClr val="000000"/>
                </a:solidFill>
                <a:effectLst/>
                <a:uFillTx/>
                <a:latin typeface="+mn-lt"/>
              </a:rPr>
              <a:t>Periodicita</a:t>
            </a:r>
            <a:r>
              <a:rPr lang="en-US" sz="2000" b="0" u="none" strike="noStrike" dirty="0">
                <a:solidFill>
                  <a:srgbClr val="000000"/>
                </a:solidFill>
                <a:effectLst/>
                <a:uFillTx/>
                <a:latin typeface="+mn-lt"/>
              </a:rPr>
              <a:t>: </a:t>
            </a:r>
            <a:r>
              <a:rPr lang="en-US" sz="2000" b="0" u="none" strike="noStrike" dirty="0" err="1">
                <a:solidFill>
                  <a:srgbClr val="000000"/>
                </a:solidFill>
                <a:effectLst/>
                <a:uFillTx/>
                <a:latin typeface="+mn-lt"/>
              </a:rPr>
              <a:t>řada</a:t>
            </a:r>
            <a:r>
              <a:rPr lang="en-US" sz="2000" b="0" u="none" strike="noStrike" dirty="0">
                <a:solidFill>
                  <a:srgbClr val="000000"/>
                </a:solidFill>
                <a:effectLst/>
                <a:uFillTx/>
                <a:latin typeface="+mn-lt"/>
              </a:rPr>
              <a:t> </a:t>
            </a:r>
            <a:r>
              <a:rPr lang="en-US" sz="2000" b="0" u="none" strike="noStrike" dirty="0" err="1">
                <a:solidFill>
                  <a:srgbClr val="000000"/>
                </a:solidFill>
                <a:effectLst/>
                <a:uFillTx/>
                <a:latin typeface="+mn-lt"/>
              </a:rPr>
              <a:t>generovaných</a:t>
            </a:r>
            <a:r>
              <a:rPr lang="en-US" sz="2000" b="0" u="none" strike="noStrike" dirty="0">
                <a:solidFill>
                  <a:srgbClr val="000000"/>
                </a:solidFill>
                <a:effectLst/>
                <a:uFillTx/>
                <a:latin typeface="+mn-lt"/>
              </a:rPr>
              <a:t> </a:t>
            </a:r>
            <a:r>
              <a:rPr lang="en-US" sz="2000" b="0" u="none" strike="noStrike" dirty="0" err="1">
                <a:solidFill>
                  <a:srgbClr val="000000"/>
                </a:solidFill>
                <a:effectLst/>
                <a:uFillTx/>
                <a:latin typeface="+mn-lt"/>
              </a:rPr>
              <a:t>čísel</a:t>
            </a:r>
            <a:r>
              <a:rPr lang="en-US" sz="2000" b="0" u="none" strike="noStrike" dirty="0">
                <a:solidFill>
                  <a:srgbClr val="000000"/>
                </a:solidFill>
                <a:effectLst/>
                <a:uFillTx/>
                <a:latin typeface="+mn-lt"/>
              </a:rPr>
              <a:t> se </a:t>
            </a:r>
            <a:r>
              <a:rPr lang="en-US" sz="2000" b="0" u="none" strike="noStrike" dirty="0" err="1">
                <a:solidFill>
                  <a:srgbClr val="000000"/>
                </a:solidFill>
                <a:effectLst/>
                <a:uFillTx/>
                <a:latin typeface="+mn-lt"/>
              </a:rPr>
              <a:t>opakuje</a:t>
            </a:r>
            <a:endParaRPr lang="en-US" sz="2000" b="0" u="none" strike="noStrike" dirty="0">
              <a:solidFill>
                <a:srgbClr val="000000"/>
              </a:solidFill>
              <a:effectLst/>
              <a:uFillTx/>
              <a:latin typeface="+mn-lt"/>
            </a:endParaRPr>
          </a:p>
          <a:p>
            <a:pPr marL="864000" lvl="1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"/>
            </a:pPr>
            <a:r>
              <a:rPr lang="en-US" sz="2000" b="1" u="none" strike="noStrike" dirty="0" err="1">
                <a:solidFill>
                  <a:srgbClr val="000000"/>
                </a:solidFill>
                <a:effectLst/>
                <a:uFillTx/>
                <a:latin typeface="+mn-lt"/>
              </a:rPr>
              <a:t>Efektivita</a:t>
            </a:r>
            <a:r>
              <a:rPr lang="en-US" sz="2000" b="0" u="none" strike="noStrike" dirty="0">
                <a:solidFill>
                  <a:srgbClr val="000000"/>
                </a:solidFill>
                <a:effectLst/>
                <a:uFillTx/>
                <a:latin typeface="+mn-lt"/>
              </a:rPr>
              <a:t>: </a:t>
            </a:r>
            <a:r>
              <a:rPr lang="en-US" sz="2000" b="0" u="none" strike="noStrike" dirty="0" err="1">
                <a:solidFill>
                  <a:srgbClr val="000000"/>
                </a:solidFill>
                <a:effectLst/>
                <a:uFillTx/>
                <a:latin typeface="+mn-lt"/>
              </a:rPr>
              <a:t>rychlost</a:t>
            </a:r>
            <a:r>
              <a:rPr lang="en-US" sz="2000" b="0" u="none" strike="noStrike" dirty="0">
                <a:solidFill>
                  <a:srgbClr val="000000"/>
                </a:solidFill>
                <a:effectLst/>
                <a:uFillTx/>
                <a:latin typeface="+mn-lt"/>
              </a:rPr>
              <a:t> </a:t>
            </a:r>
            <a:r>
              <a:rPr lang="en-US" sz="2000" b="0" u="none" strike="noStrike" dirty="0" err="1">
                <a:solidFill>
                  <a:srgbClr val="000000"/>
                </a:solidFill>
                <a:effectLst/>
                <a:uFillTx/>
                <a:latin typeface="+mn-lt"/>
              </a:rPr>
              <a:t>výpočtu</a:t>
            </a:r>
            <a:endParaRPr lang="en-US" sz="2000" b="0" u="none" strike="noStrike" dirty="0">
              <a:solidFill>
                <a:srgbClr val="000000"/>
              </a:solidFill>
              <a:effectLst/>
              <a:uFillTx/>
              <a:latin typeface="+mn-lt"/>
            </a:endParaRPr>
          </a:p>
          <a:p>
            <a:endParaRPr lang="cs-CZ" dirty="0"/>
          </a:p>
        </p:txBody>
      </p:sp>
      <p:sp>
        <p:nvSpPr>
          <p:cNvPr id="4" name="Zástupný symbol pro číslo snímku 3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indent="0" algn="r">
              <a:buNone/>
            </a:pPr>
            <a:fld id="{BD092B48-A3D8-4235-B1F7-53DBC21DCEBE}" type="slidenum">
              <a:rPr lang="en-US" sz="1400" b="0" u="none" strike="noStrike" smtClean="0">
                <a:solidFill>
                  <a:srgbClr val="000000"/>
                </a:solidFill>
                <a:effectLst/>
                <a:uFillTx/>
                <a:latin typeface="Times New Roman"/>
              </a:rPr>
              <a:t>3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401167985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ástupný symbol pro obrázek snímku 1"/>
          <p:cNvSpPr>
            <a:spLocks noGrp="1" noRot="1" noChangeAspect="1"/>
          </p:cNvSpPr>
          <p:nvPr>
            <p:ph type="sldImg"/>
          </p:nvPr>
        </p:nvSpPr>
        <p:spPr>
          <a:xfrm>
            <a:off x="0" y="812800"/>
            <a:ext cx="0" cy="0"/>
          </a:xfrm>
        </p:spPr>
      </p:sp>
      <p:sp>
        <p:nvSpPr>
          <p:cNvPr id="3" name="Zástupný symbol pro poznámky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cs-CZ" dirty="0"/>
              <a:t>Z historie bych zmínil příklad před počítači což byli prostě tabulky v knize pak námi všemi milovaný Neumann udělal metodu prostředních čtverců </a:t>
            </a:r>
            <a:r>
              <a:rPr lang="cs-CZ" dirty="0" err="1"/>
              <a:t>vpodstatě</a:t>
            </a:r>
            <a:r>
              <a:rPr lang="cs-CZ" dirty="0"/>
              <a:t> máme n cifer například 6 z toho udělám čtverec což znamená na druhou a prostředích 6 cifer odděláme výsledné číslo je také jako </a:t>
            </a:r>
            <a:r>
              <a:rPr lang="cs-CZ" dirty="0" err="1"/>
              <a:t>seed</a:t>
            </a:r>
            <a:r>
              <a:rPr lang="cs-CZ" dirty="0"/>
              <a:t> pro další výpočet. Samozřejmě hodně problémů s touto metodou je </a:t>
            </a:r>
            <a:r>
              <a:rPr lang="cs-CZ" dirty="0" err="1"/>
              <a:t>deterministká</a:t>
            </a:r>
            <a:r>
              <a:rPr lang="cs-CZ" dirty="0"/>
              <a:t> to už je asi jasné ale periodu má velmi krátkou a u většiny RNG nechcete aby lidi znali princip tvorby náhodných čísel.</a:t>
            </a:r>
          </a:p>
        </p:txBody>
      </p:sp>
      <p:sp>
        <p:nvSpPr>
          <p:cNvPr id="4" name="Zástupný symbol pro číslo snímku 3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indent="0" algn="r">
              <a:buNone/>
            </a:pPr>
            <a:fld id="{BD092B48-A3D8-4235-B1F7-53DBC21DCEBE}" type="slidenum">
              <a:rPr lang="en-US" sz="1400" b="0" u="none" strike="noStrike" smtClean="0">
                <a:solidFill>
                  <a:srgbClr val="000000"/>
                </a:solidFill>
                <a:effectLst/>
                <a:uFillTx/>
                <a:latin typeface="Times New Roman"/>
              </a:rPr>
              <a:t>4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256698813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ástupný symbol pro obrázek snímku 1"/>
          <p:cNvSpPr>
            <a:spLocks noGrp="1" noRot="1" noChangeAspect="1"/>
          </p:cNvSpPr>
          <p:nvPr>
            <p:ph type="sldImg"/>
          </p:nvPr>
        </p:nvSpPr>
        <p:spPr>
          <a:xfrm>
            <a:off x="0" y="812800"/>
            <a:ext cx="0" cy="0"/>
          </a:xfrm>
        </p:spPr>
      </p:sp>
      <p:sp>
        <p:nvSpPr>
          <p:cNvPr id="3" name="Zástupný symbol pro poznámky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cs-CZ" dirty="0"/>
              <a:t>Základní deterministický generátor </a:t>
            </a:r>
          </a:p>
        </p:txBody>
      </p:sp>
      <p:sp>
        <p:nvSpPr>
          <p:cNvPr id="4" name="Zástupný symbol pro číslo snímku 3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indent="0" algn="r">
              <a:buNone/>
            </a:pPr>
            <a:fld id="{BD092B48-A3D8-4235-B1F7-53DBC21DCEBE}" type="slidenum">
              <a:rPr lang="en-US" sz="1400" b="0" u="none" strike="noStrike" smtClean="0">
                <a:solidFill>
                  <a:srgbClr val="000000"/>
                </a:solidFill>
                <a:effectLst/>
                <a:uFillTx/>
                <a:latin typeface="Times New Roman"/>
              </a:rPr>
              <a:t>5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90534052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ástupný symbol pro obrázek snímku 1"/>
          <p:cNvSpPr>
            <a:spLocks noGrp="1" noRot="1" noChangeAspect="1"/>
          </p:cNvSpPr>
          <p:nvPr>
            <p:ph type="sldImg"/>
          </p:nvPr>
        </p:nvSpPr>
        <p:spPr>
          <a:xfrm>
            <a:off x="0" y="812800"/>
            <a:ext cx="0" cy="0"/>
          </a:xfrm>
        </p:spPr>
      </p:sp>
      <p:sp>
        <p:nvSpPr>
          <p:cNvPr id="3" name="Zástupný symbol pro poznámky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lnSpc>
                <a:spcPct val="100000"/>
              </a:lnSpc>
            </a:pPr>
            <a:r>
              <a:rPr lang="cs-CZ" sz="1200" b="0" u="none" strike="noStrike" dirty="0">
                <a:solidFill>
                  <a:srgbClr val="000000"/>
                </a:solidFill>
                <a:effectLst/>
                <a:uFillTx/>
                <a:latin typeface="JetBrainsMono NF"/>
              </a:rPr>
              <a:t>Jestli by si tuhle část prosím vysvětlit</a:t>
            </a:r>
          </a:p>
          <a:p>
            <a:pPr>
              <a:lnSpc>
                <a:spcPct val="100000"/>
              </a:lnSpc>
            </a:pPr>
            <a:endParaRPr lang="cs-CZ" sz="1200" b="0" u="none" strike="noStrike" dirty="0">
              <a:solidFill>
                <a:srgbClr val="000000"/>
              </a:solidFill>
              <a:effectLst/>
              <a:uFillTx/>
              <a:latin typeface="JetBrainsMono NF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 dirty="0">
                <a:solidFill>
                  <a:srgbClr val="000000"/>
                </a:solidFill>
                <a:effectLst/>
                <a:uFillTx/>
                <a:latin typeface="JetBrainsMono NF"/>
              </a:rPr>
              <a:t>// </a:t>
            </a:r>
            <a:r>
              <a:rPr lang="en-US" sz="1200" b="0" u="none" strike="noStrike" dirty="0" err="1">
                <a:solidFill>
                  <a:srgbClr val="000000"/>
                </a:solidFill>
                <a:effectLst/>
                <a:uFillTx/>
                <a:latin typeface="JetBrainsMono NF"/>
              </a:rPr>
              <a:t>počáteční</a:t>
            </a:r>
            <a:r>
              <a:rPr lang="en-US" sz="1200" b="0" u="none" strike="noStrike" dirty="0">
                <a:solidFill>
                  <a:srgbClr val="000000"/>
                </a:solidFill>
                <a:effectLst/>
                <a:uFillTx/>
                <a:latin typeface="JetBrainsMono NF"/>
              </a:rPr>
              <a:t> </a:t>
            </a:r>
            <a:r>
              <a:rPr lang="en-US" sz="1200" b="0" u="none" strike="noStrike" dirty="0" err="1">
                <a:solidFill>
                  <a:srgbClr val="000000"/>
                </a:solidFill>
                <a:effectLst/>
                <a:uFillTx/>
                <a:latin typeface="JetBrainsMono NF"/>
              </a:rPr>
              <a:t>hodnota</a:t>
            </a:r>
            <a:r>
              <a:rPr lang="en-US" sz="1200" b="0" u="none" strike="noStrike" dirty="0">
                <a:solidFill>
                  <a:srgbClr val="000000"/>
                </a:solidFill>
                <a:effectLst/>
                <a:uFillTx/>
                <a:latin typeface="JetBrainsMono NF"/>
              </a:rPr>
              <a:t>, 32b</a:t>
            </a:r>
          </a:p>
          <a:p>
            <a:pPr>
              <a:lnSpc>
                <a:spcPct val="100000"/>
              </a:lnSpc>
            </a:pPr>
            <a:r>
              <a:rPr lang="en-US" sz="1200" b="0" u="none" strike="noStrike" dirty="0">
                <a:solidFill>
                  <a:srgbClr val="000000"/>
                </a:solidFill>
                <a:effectLst/>
                <a:uFillTx/>
                <a:latin typeface="JetBrainsMono NF"/>
              </a:rPr>
              <a:t>static uint32_t ix = SEED;</a:t>
            </a:r>
          </a:p>
          <a:p>
            <a:pPr>
              <a:lnSpc>
                <a:spcPct val="100000"/>
              </a:lnSpc>
            </a:pPr>
            <a:endParaRPr lang="en-US" sz="1200" b="0" u="none" strike="noStrike" dirty="0">
              <a:solidFill>
                <a:srgbClr val="000000"/>
              </a:solidFill>
              <a:effectLst/>
              <a:uFillTx/>
              <a:latin typeface="JetBrainsMono NF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 dirty="0">
                <a:solidFill>
                  <a:srgbClr val="000000"/>
                </a:solidFill>
                <a:effectLst/>
                <a:uFillTx/>
                <a:latin typeface="JetBrainsMono NF"/>
              </a:rPr>
              <a:t>double Random(void) {</a:t>
            </a:r>
          </a:p>
          <a:p>
            <a:pPr>
              <a:lnSpc>
                <a:spcPct val="100000"/>
              </a:lnSpc>
            </a:pPr>
            <a:r>
              <a:rPr lang="en-US" sz="1200" b="0" u="none" strike="noStrike" dirty="0">
                <a:solidFill>
                  <a:srgbClr val="000000"/>
                </a:solidFill>
                <a:effectLst/>
                <a:uFillTx/>
                <a:latin typeface="JetBrainsMono NF"/>
              </a:rPr>
              <a:t> 	// mod 2^32 je </a:t>
            </a:r>
            <a:r>
              <a:rPr lang="en-US" sz="1200" b="0" u="none" strike="noStrike" dirty="0" err="1">
                <a:solidFill>
                  <a:srgbClr val="000000"/>
                </a:solidFill>
                <a:effectLst/>
                <a:uFillTx/>
                <a:latin typeface="JetBrainsMono NF"/>
              </a:rPr>
              <a:t>implicitní</a:t>
            </a:r>
            <a:r>
              <a:rPr lang="en-US" sz="1200" b="0" u="none" strike="noStrike" dirty="0">
                <a:solidFill>
                  <a:srgbClr val="000000"/>
                </a:solidFill>
                <a:effectLst/>
                <a:uFillTx/>
                <a:latin typeface="JetBrainsMono NF"/>
              </a:rPr>
              <a:t> (“</a:t>
            </a:r>
            <a:r>
              <a:rPr lang="en-US" sz="1200" b="0" u="none" strike="noStrike" dirty="0" err="1">
                <a:solidFill>
                  <a:srgbClr val="000000"/>
                </a:solidFill>
                <a:effectLst/>
                <a:uFillTx/>
                <a:latin typeface="JetBrainsMono NF"/>
              </a:rPr>
              <a:t>přetečení</a:t>
            </a:r>
            <a:r>
              <a:rPr lang="en-US" sz="1200" b="0" u="none" strike="noStrike" dirty="0">
                <a:solidFill>
                  <a:srgbClr val="000000"/>
                </a:solidFill>
                <a:effectLst/>
                <a:uFillTx/>
                <a:latin typeface="JetBrainsMono NF"/>
              </a:rPr>
              <a:t>”)</a:t>
            </a:r>
          </a:p>
          <a:p>
            <a:pPr>
              <a:lnSpc>
                <a:spcPct val="100000"/>
              </a:lnSpc>
            </a:pPr>
            <a:r>
              <a:rPr lang="en-US" sz="1200" b="0" u="none" strike="noStrike" dirty="0">
                <a:solidFill>
                  <a:srgbClr val="000000"/>
                </a:solidFill>
                <a:effectLst/>
                <a:uFillTx/>
                <a:latin typeface="JetBrainsMono NF"/>
              </a:rPr>
              <a:t>	ix = ix * 69069u + 1u;</a:t>
            </a:r>
          </a:p>
          <a:p>
            <a:pPr>
              <a:lnSpc>
                <a:spcPct val="100000"/>
              </a:lnSpc>
            </a:pPr>
            <a:endParaRPr lang="en-US" sz="1200" b="0" u="none" strike="noStrike" dirty="0">
              <a:solidFill>
                <a:srgbClr val="000000"/>
              </a:solidFill>
              <a:effectLst/>
              <a:uFillTx/>
              <a:latin typeface="JetBrainsMono NF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 dirty="0">
                <a:solidFill>
                  <a:srgbClr val="000000"/>
                </a:solidFill>
                <a:effectLst/>
                <a:uFillTx/>
                <a:latin typeface="JetBrainsMono NF"/>
              </a:rPr>
              <a:t>	return ix / ((double)UINT32_MAX + 1.0);</a:t>
            </a:r>
          </a:p>
          <a:p>
            <a:pPr>
              <a:lnSpc>
                <a:spcPct val="100000"/>
              </a:lnSpc>
            </a:pPr>
            <a:r>
              <a:rPr lang="en-US" sz="1200" b="0" u="none" strike="noStrike" dirty="0">
                <a:solidFill>
                  <a:srgbClr val="000000"/>
                </a:solidFill>
                <a:effectLst/>
                <a:uFillTx/>
                <a:latin typeface="JetBrainsMono NF"/>
              </a:rPr>
              <a:t>}</a:t>
            </a:r>
          </a:p>
          <a:p>
            <a:endParaRPr lang="cs-CZ" dirty="0"/>
          </a:p>
        </p:txBody>
      </p:sp>
      <p:sp>
        <p:nvSpPr>
          <p:cNvPr id="4" name="Zástupný symbol pro číslo snímku 3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indent="0" algn="r">
              <a:buNone/>
            </a:pPr>
            <a:fld id="{BD092B48-A3D8-4235-B1F7-53DBC21DCEBE}" type="slidenum">
              <a:rPr lang="en-US" sz="1400" b="0" u="none" strike="noStrike" smtClean="0">
                <a:solidFill>
                  <a:srgbClr val="000000"/>
                </a:solidFill>
                <a:effectLst/>
                <a:uFillTx/>
                <a:latin typeface="Times New Roman"/>
              </a:rPr>
              <a:t>6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288595219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ástupný symbol pro obrázek snímku 1"/>
          <p:cNvSpPr>
            <a:spLocks noGrp="1" noRot="1" noChangeAspect="1"/>
          </p:cNvSpPr>
          <p:nvPr>
            <p:ph type="sldImg"/>
          </p:nvPr>
        </p:nvSpPr>
        <p:spPr>
          <a:xfrm>
            <a:off x="0" y="812800"/>
            <a:ext cx="0" cy="0"/>
          </a:xfrm>
        </p:spPr>
      </p:sp>
      <p:sp>
        <p:nvSpPr>
          <p:cNvPr id="3" name="Zástupný symbol pro poznámky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cs-CZ" dirty="0"/>
              <a:t>U </a:t>
            </a:r>
            <a:r>
              <a:rPr lang="cs-CZ" dirty="0" err="1"/>
              <a:t>determinických</a:t>
            </a:r>
            <a:r>
              <a:rPr lang="cs-CZ" dirty="0"/>
              <a:t> algoritmu je vždy nějaká počáteční hodnota </a:t>
            </a:r>
            <a:r>
              <a:rPr lang="cs-CZ" dirty="0" err="1"/>
              <a:t>ktrerou</a:t>
            </a:r>
            <a:r>
              <a:rPr lang="cs-CZ" dirty="0"/>
              <a:t> </a:t>
            </a:r>
            <a:r>
              <a:rPr lang="cs-CZ" dirty="0" err="1"/>
              <a:t>nazíváme</a:t>
            </a:r>
            <a:r>
              <a:rPr lang="cs-CZ" dirty="0"/>
              <a:t> </a:t>
            </a:r>
            <a:r>
              <a:rPr lang="cs-CZ" dirty="0" err="1"/>
              <a:t>seed</a:t>
            </a:r>
            <a:r>
              <a:rPr lang="cs-CZ" dirty="0"/>
              <a:t> kterou pokud známe dokážeme reprodukovat náhodně generované číslo které z něj může vzniknout</a:t>
            </a:r>
          </a:p>
          <a:p>
            <a:r>
              <a:rPr lang="cs-CZ" dirty="0"/>
              <a:t>U starších algoritmu se nejdřív </a:t>
            </a:r>
            <a:r>
              <a:rPr lang="cs-CZ" dirty="0" err="1"/>
              <a:t>seed</a:t>
            </a:r>
            <a:r>
              <a:rPr lang="cs-CZ" dirty="0"/>
              <a:t> musel zadávat manuálně v 50-70 letech, s evolucí do využívání času jako </a:t>
            </a:r>
            <a:r>
              <a:rPr lang="cs-CZ" dirty="0" err="1"/>
              <a:t>seedu</a:t>
            </a:r>
            <a:r>
              <a:rPr lang="cs-CZ" dirty="0"/>
              <a:t> což samozřejmě pro moderní kryptologii a bezpečnosti není dostatečné když váš systém porazí kapesní hodinky.</a:t>
            </a:r>
          </a:p>
        </p:txBody>
      </p:sp>
      <p:sp>
        <p:nvSpPr>
          <p:cNvPr id="4" name="Zástupný symbol pro číslo snímku 3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indent="0" algn="r">
              <a:buNone/>
            </a:pPr>
            <a:fld id="{BD092B48-A3D8-4235-B1F7-53DBC21DCEBE}" type="slidenum">
              <a:rPr lang="en-US" sz="1400" b="0" u="none" strike="noStrike" smtClean="0">
                <a:solidFill>
                  <a:srgbClr val="000000"/>
                </a:solidFill>
                <a:effectLst/>
                <a:uFillTx/>
                <a:latin typeface="Times New Roman"/>
              </a:rPr>
              <a:t>7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4106109450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ástupný symbol pro obrázek snímku 1"/>
          <p:cNvSpPr>
            <a:spLocks noGrp="1" noRot="1" noChangeAspect="1"/>
          </p:cNvSpPr>
          <p:nvPr>
            <p:ph type="sldImg"/>
          </p:nvPr>
        </p:nvSpPr>
        <p:spPr>
          <a:xfrm>
            <a:off x="0" y="812800"/>
            <a:ext cx="0" cy="0"/>
          </a:xfrm>
        </p:spPr>
      </p:sp>
      <p:sp>
        <p:nvSpPr>
          <p:cNvPr id="3" name="Zástupný symbol pro poznámky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cs-CZ" dirty="0"/>
              <a:t>Využití náhodné generace je všude od </a:t>
            </a:r>
            <a:r>
              <a:rPr lang="cs-CZ" dirty="0" err="1"/>
              <a:t>absultních</a:t>
            </a:r>
            <a:r>
              <a:rPr lang="cs-CZ" dirty="0"/>
              <a:t> základů bezpečnosti, komplexní grafické operace nebo na přidání náhodnosti do videoher</a:t>
            </a:r>
          </a:p>
        </p:txBody>
      </p:sp>
      <p:sp>
        <p:nvSpPr>
          <p:cNvPr id="4" name="Zástupný symbol pro číslo snímku 3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indent="0" algn="r">
              <a:buNone/>
            </a:pPr>
            <a:fld id="{BD092B48-A3D8-4235-B1F7-53DBC21DCEBE}" type="slidenum">
              <a:rPr lang="en-US" sz="1400" b="0" u="none" strike="noStrike" smtClean="0">
                <a:solidFill>
                  <a:srgbClr val="000000"/>
                </a:solidFill>
                <a:effectLst/>
                <a:uFillTx/>
                <a:latin typeface="Times New Roman"/>
              </a:rPr>
              <a:t>8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4080102904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ástupný symbol pro obrázek snímku 1"/>
          <p:cNvSpPr>
            <a:spLocks noGrp="1" noRot="1" noChangeAspect="1"/>
          </p:cNvSpPr>
          <p:nvPr>
            <p:ph type="sldImg"/>
          </p:nvPr>
        </p:nvSpPr>
        <p:spPr>
          <a:xfrm>
            <a:off x="0" y="812800"/>
            <a:ext cx="0" cy="0"/>
          </a:xfrm>
        </p:spPr>
      </p:sp>
      <p:sp>
        <p:nvSpPr>
          <p:cNvPr id="3" name="Zástupný symbol pro poznámky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cs-CZ" dirty="0"/>
              <a:t>PRNG ať už jakkoliv složité má pravidla a </a:t>
            </a:r>
            <a:r>
              <a:rPr lang="cs-CZ" dirty="0" err="1"/>
              <a:t>seed</a:t>
            </a:r>
            <a:r>
              <a:rPr lang="cs-CZ" dirty="0"/>
              <a:t> pokud někdo zjistí pouze pár </a:t>
            </a:r>
            <a:r>
              <a:rPr lang="cs-CZ" dirty="0" err="1"/>
              <a:t>seedů</a:t>
            </a:r>
            <a:r>
              <a:rPr lang="cs-CZ" dirty="0"/>
              <a:t> je algoritmus vyřešen a náhodnost pro vytváření klíčů je prozrazeno. Proto se </a:t>
            </a:r>
            <a:r>
              <a:rPr lang="cs-CZ" dirty="0" err="1"/>
              <a:t>seed</a:t>
            </a:r>
            <a:r>
              <a:rPr lang="cs-CZ" dirty="0"/>
              <a:t> nevytváří pouze počítačově ale také formou senzorů v fyzickém světě. Tyto senzory můžou nemusí být ani kvalitní jelikož špatné senzory zmenšují přesnost měření což v této aplikaci není špatná věc. Měřit můžeme Tepelný šum pohyby myší nebo velmi zajímavý přiklad co používá například i </a:t>
            </a:r>
            <a:r>
              <a:rPr lang="cs-CZ" dirty="0" err="1"/>
              <a:t>Cloudflare</a:t>
            </a:r>
            <a:r>
              <a:rPr lang="cs-CZ" dirty="0"/>
              <a:t> a to sledování Lávových lamp. </a:t>
            </a:r>
          </a:p>
        </p:txBody>
      </p:sp>
      <p:sp>
        <p:nvSpPr>
          <p:cNvPr id="4" name="Zástupný symbol pro číslo snímku 3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indent="0" algn="r">
              <a:buNone/>
            </a:pPr>
            <a:fld id="{BD092B48-A3D8-4235-B1F7-53DBC21DCEBE}" type="slidenum">
              <a:rPr lang="en-US" sz="1400" b="0" u="none" strike="noStrike" smtClean="0">
                <a:solidFill>
                  <a:srgbClr val="000000"/>
                </a:solidFill>
                <a:effectLst/>
                <a:uFillTx/>
                <a:latin typeface="Times New Roman"/>
              </a:rPr>
              <a:t>9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2493158630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217488" y="812800"/>
            <a:ext cx="7124700" cy="4008438"/>
          </a:xfrm>
          <a:prstGeom prst="rect">
            <a:avLst/>
          </a:prstGeom>
          <a:ln w="0">
            <a:noFill/>
          </a:ln>
        </p:spPr>
      </p:sp>
      <p:sp>
        <p:nvSpPr>
          <p:cNvPr id="56" name="PlaceHolder 2"/>
          <p:cNvSpPr>
            <a:spLocks noGrp="1"/>
          </p:cNvSpPr>
          <p:nvPr>
            <p:ph type="body"/>
          </p:nvPr>
        </p:nvSpPr>
        <p:spPr>
          <a:xfrm>
            <a:off x="914400" y="547596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indent="0">
              <a:buNone/>
            </a:pPr>
            <a:r>
              <a:rPr lang="cs-CZ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Pokročilá 3D grafika se snaží v mnoha ohledech </a:t>
            </a:r>
            <a:r>
              <a:rPr lang="cs-CZ" sz="2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mimikovat</a:t>
            </a:r>
            <a:r>
              <a:rPr lang="cs-CZ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realitu jedním z </a:t>
            </a:r>
            <a:r>
              <a:rPr lang="cs-CZ" sz="2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mimikovaných</a:t>
            </a:r>
            <a:r>
              <a:rPr lang="cs-CZ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aspektů je jak se odráží světlo podle úhlů a popisu materiálu skrze prostor.</a:t>
            </a:r>
            <a:endParaRPr lang="en-US" sz="20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ástupný symbol pro obrázek snímku 1"/>
          <p:cNvSpPr>
            <a:spLocks noGrp="1" noRot="1" noChangeAspect="1"/>
          </p:cNvSpPr>
          <p:nvPr>
            <p:ph type="sldImg"/>
          </p:nvPr>
        </p:nvSpPr>
        <p:spPr>
          <a:xfrm>
            <a:off x="0" y="812800"/>
            <a:ext cx="0" cy="0"/>
          </a:xfrm>
        </p:spPr>
      </p:sp>
      <p:sp>
        <p:nvSpPr>
          <p:cNvPr id="3" name="Zástupný symbol pro poznámky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cs-CZ" dirty="0"/>
              <a:t>No všechny užitky RNG je jsou pro technologické důvody někdy je přidání náhodnosti do média pouze pro přidání variace například ve videohrách kde RNG může </a:t>
            </a:r>
            <a:r>
              <a:rPr lang="cs-CZ" dirty="0" err="1"/>
              <a:t>řídít</a:t>
            </a:r>
            <a:r>
              <a:rPr lang="cs-CZ" dirty="0"/>
              <a:t> generaci světa nebo množství poškození.</a:t>
            </a:r>
          </a:p>
        </p:txBody>
      </p:sp>
      <p:sp>
        <p:nvSpPr>
          <p:cNvPr id="4" name="Zástupný symbol pro číslo snímku 3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indent="0" algn="r">
              <a:buNone/>
            </a:pPr>
            <a:fld id="{BD092B48-A3D8-4235-B1F7-53DBC21DCEBE}" type="slidenum">
              <a:rPr lang="en-US" sz="1400" b="0" u="none" strike="noStrike" smtClean="0">
                <a:solidFill>
                  <a:srgbClr val="000000"/>
                </a:solidFill>
                <a:effectLst/>
                <a:uFillTx/>
                <a:latin typeface="Times New Roman"/>
              </a:rPr>
              <a:t>11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3954033820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217488" y="812800"/>
            <a:ext cx="7124700" cy="4008438"/>
          </a:xfrm>
          <a:prstGeom prst="rect">
            <a:avLst/>
          </a:prstGeom>
          <a:ln w="0">
            <a:noFill/>
          </a:ln>
        </p:spPr>
      </p:sp>
      <p:sp>
        <p:nvSpPr>
          <p:cNvPr id="58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indent="0">
              <a:spcBef>
                <a:spcPts val="1191"/>
              </a:spcBef>
              <a:spcAft>
                <a:spcPts val="992"/>
              </a:spcAft>
              <a:buNone/>
            </a:pP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Náhoda pomáhá algoritmům dostat se ze slepých uliček. Při hledání nejlepší cesty občas musíme udělat náhodný krok 'špatným' směrem, abychom později našli ten nejlepší.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ástupný symbol pro obrázek snímku 1"/>
          <p:cNvSpPr>
            <a:spLocks noGrp="1" noRot="1" noChangeAspect="1"/>
          </p:cNvSpPr>
          <p:nvPr>
            <p:ph type="sldImg"/>
          </p:nvPr>
        </p:nvSpPr>
        <p:spPr>
          <a:xfrm>
            <a:off x="0" y="812800"/>
            <a:ext cx="0" cy="0"/>
          </a:xfrm>
        </p:spPr>
      </p:sp>
      <p:sp>
        <p:nvSpPr>
          <p:cNvPr id="3" name="Zástupný symbol pro poznámky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cs-CZ" dirty="0"/>
          </a:p>
        </p:txBody>
      </p:sp>
      <p:sp>
        <p:nvSpPr>
          <p:cNvPr id="4" name="Zástupný symbol pro číslo snímku 3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indent="0" algn="r">
              <a:buNone/>
            </a:pPr>
            <a:fld id="{BD092B48-A3D8-4235-B1F7-53DBC21DCEBE}" type="slidenum">
              <a:rPr lang="en-US" sz="1400" b="0" u="none" strike="noStrike" smtClean="0">
                <a:solidFill>
                  <a:srgbClr val="000000"/>
                </a:solidFill>
                <a:effectLst/>
                <a:uFillTx/>
                <a:latin typeface="Times New Roman"/>
              </a:rPr>
              <a:t>13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3169563904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ástupný symbol pro obrázek snímku 1"/>
          <p:cNvSpPr>
            <a:spLocks noGrp="1" noRot="1" noChangeAspect="1"/>
          </p:cNvSpPr>
          <p:nvPr>
            <p:ph type="sldImg"/>
          </p:nvPr>
        </p:nvSpPr>
        <p:spPr>
          <a:xfrm>
            <a:off x="0" y="812800"/>
            <a:ext cx="0" cy="0"/>
          </a:xfrm>
        </p:spPr>
      </p:sp>
      <p:sp>
        <p:nvSpPr>
          <p:cNvPr id="3" name="Zástupný symbol pro poznámky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cs-CZ" dirty="0"/>
          </a:p>
        </p:txBody>
      </p:sp>
      <p:sp>
        <p:nvSpPr>
          <p:cNvPr id="4" name="Zástupný symbol pro číslo snímku 3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indent="0" algn="r">
              <a:buNone/>
            </a:pPr>
            <a:fld id="{BD092B48-A3D8-4235-B1F7-53DBC21DCEBE}" type="slidenum">
              <a:rPr lang="en-US" sz="1400" b="0" u="none" strike="noStrike" smtClean="0">
                <a:solidFill>
                  <a:srgbClr val="000000"/>
                </a:solidFill>
                <a:effectLst/>
                <a:uFillTx/>
                <a:latin typeface="Times New Roman"/>
              </a:rPr>
              <a:t>14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856218263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ástupný symbol pro obrázek snímku 1"/>
          <p:cNvSpPr>
            <a:spLocks noGrp="1" noRot="1" noChangeAspect="1"/>
          </p:cNvSpPr>
          <p:nvPr>
            <p:ph type="sldImg"/>
          </p:nvPr>
        </p:nvSpPr>
        <p:spPr>
          <a:xfrm>
            <a:off x="0" y="812800"/>
            <a:ext cx="0" cy="0"/>
          </a:xfrm>
        </p:spPr>
      </p:sp>
      <p:sp>
        <p:nvSpPr>
          <p:cNvPr id="3" name="Zástupný symbol pro poznámky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cs-CZ" dirty="0"/>
              <a:t>Tady máme zdroje</a:t>
            </a:r>
          </a:p>
        </p:txBody>
      </p:sp>
      <p:sp>
        <p:nvSpPr>
          <p:cNvPr id="4" name="Zástupný symbol pro číslo snímku 3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indent="0" algn="r">
              <a:buNone/>
            </a:pPr>
            <a:fld id="{BD092B48-A3D8-4235-B1F7-53DBC21DCEBE}" type="slidenum">
              <a:rPr lang="en-US" sz="1400" b="0" u="none" strike="noStrike" smtClean="0">
                <a:solidFill>
                  <a:srgbClr val="000000"/>
                </a:solidFill>
                <a:effectLst/>
                <a:uFillTx/>
                <a:latin typeface="Times New Roman"/>
              </a:rPr>
              <a:t>15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2440494896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ástupný symbol pro obrázek snímku 1"/>
          <p:cNvSpPr>
            <a:spLocks noGrp="1" noRot="1" noChangeAspect="1"/>
          </p:cNvSpPr>
          <p:nvPr>
            <p:ph type="sldImg"/>
          </p:nvPr>
        </p:nvSpPr>
        <p:spPr>
          <a:xfrm>
            <a:off x="0" y="812800"/>
            <a:ext cx="0" cy="0"/>
          </a:xfrm>
        </p:spPr>
      </p:sp>
      <p:sp>
        <p:nvSpPr>
          <p:cNvPr id="3" name="Zástupný symbol pro poznámky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cs-CZ" dirty="0"/>
              <a:t>A to je konec naší prezentace děkujeme za pozornost</a:t>
            </a:r>
          </a:p>
        </p:txBody>
      </p:sp>
      <p:sp>
        <p:nvSpPr>
          <p:cNvPr id="4" name="Zástupný symbol pro číslo snímku 3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indent="0" algn="r">
              <a:buNone/>
            </a:pPr>
            <a:fld id="{BD092B48-A3D8-4235-B1F7-53DBC21DCEBE}" type="slidenum">
              <a:rPr lang="en-US" sz="1400" b="0" u="none" strike="noStrike" smtClean="0">
                <a:solidFill>
                  <a:srgbClr val="000000"/>
                </a:solidFill>
                <a:effectLst/>
                <a:uFillTx/>
                <a:latin typeface="Times New Roman"/>
              </a:rPr>
              <a:t>16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124639240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mediaAndTx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504000" y="561600"/>
            <a:ext cx="9070920" cy="274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lstStyle/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504000" y="1326600"/>
            <a:ext cx="9070920" cy="32875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>
          <a:xfrm>
            <a:off x="3447360" y="5165280"/>
            <a:ext cx="3194280" cy="389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>
          <a:xfrm>
            <a:off x="7227360" y="5165280"/>
            <a:ext cx="2347560" cy="389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581F2817-16D1-4261-B0D8-AD87D995F36B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‹#›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dt" idx="3"/>
          </p:nvPr>
        </p:nvSpPr>
        <p:spPr>
          <a:xfrm>
            <a:off x="504000" y="5165280"/>
            <a:ext cx="2347560" cy="389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504000" y="561600"/>
            <a:ext cx="9070920" cy="274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lstStyle/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  <p:sp>
        <p:nvSpPr>
          <p:cNvPr id="8" name="PlaceHolder 2"/>
          <p:cNvSpPr>
            <a:spLocks noGrp="1"/>
          </p:cNvSpPr>
          <p:nvPr>
            <p:ph type="body"/>
          </p:nvPr>
        </p:nvSpPr>
        <p:spPr>
          <a:xfrm>
            <a:off x="504000" y="1326600"/>
            <a:ext cx="9070920" cy="32875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9" name="PlaceHolder 3"/>
          <p:cNvSpPr>
            <a:spLocks noGrp="1"/>
          </p:cNvSpPr>
          <p:nvPr>
            <p:ph type="ftr" idx="4"/>
          </p:nvPr>
        </p:nvSpPr>
        <p:spPr>
          <a:xfrm>
            <a:off x="3447360" y="5165280"/>
            <a:ext cx="3194280" cy="389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</a:p>
        </p:txBody>
      </p:sp>
      <p:sp>
        <p:nvSpPr>
          <p:cNvPr id="10" name="PlaceHolder 4"/>
          <p:cNvSpPr>
            <a:spLocks noGrp="1"/>
          </p:cNvSpPr>
          <p:nvPr>
            <p:ph type="sldNum" idx="5"/>
          </p:nvPr>
        </p:nvSpPr>
        <p:spPr>
          <a:xfrm>
            <a:off x="7227360" y="5165280"/>
            <a:ext cx="2347560" cy="389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26836A75-ABD3-4BBA-805B-BE0788C4D860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‹#›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" name="PlaceHolder 5"/>
          <p:cNvSpPr>
            <a:spLocks noGrp="1"/>
          </p:cNvSpPr>
          <p:nvPr>
            <p:ph type="dt" idx="6"/>
          </p:nvPr>
        </p:nvSpPr>
        <p:spPr>
          <a:xfrm>
            <a:off x="504000" y="5165280"/>
            <a:ext cx="2347560" cy="389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efault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laceHolder 1"/>
          <p:cNvSpPr>
            <a:spLocks noGrp="1"/>
          </p:cNvSpPr>
          <p:nvPr>
            <p:ph type="title"/>
          </p:nvPr>
        </p:nvSpPr>
        <p:spPr>
          <a:xfrm>
            <a:off x="504000" y="561600"/>
            <a:ext cx="9070920" cy="274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lstStyle/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  <p:sp>
        <p:nvSpPr>
          <p:cNvPr id="13" name="PlaceHolder 2"/>
          <p:cNvSpPr>
            <a:spLocks noGrp="1"/>
          </p:cNvSpPr>
          <p:nvPr>
            <p:ph type="ftr" idx="7"/>
          </p:nvPr>
        </p:nvSpPr>
        <p:spPr>
          <a:xfrm>
            <a:off x="3447360" y="5165280"/>
            <a:ext cx="3194280" cy="389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</a:p>
        </p:txBody>
      </p:sp>
      <p:sp>
        <p:nvSpPr>
          <p:cNvPr id="14" name="PlaceHolder 3"/>
          <p:cNvSpPr>
            <a:spLocks noGrp="1"/>
          </p:cNvSpPr>
          <p:nvPr>
            <p:ph type="sldNum" idx="8"/>
          </p:nvPr>
        </p:nvSpPr>
        <p:spPr>
          <a:xfrm>
            <a:off x="7227360" y="5165280"/>
            <a:ext cx="2347560" cy="389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DD3744DF-DDD6-4597-9C76-B52DE693C678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‹#›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" name="PlaceHolder 4"/>
          <p:cNvSpPr>
            <a:spLocks noGrp="1"/>
          </p:cNvSpPr>
          <p:nvPr>
            <p:ph type="dt" idx="9"/>
          </p:nvPr>
        </p:nvSpPr>
        <p:spPr>
          <a:xfrm>
            <a:off x="504000" y="5165280"/>
            <a:ext cx="2347560" cy="389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</a:p>
        </p:txBody>
      </p:sp>
      <p:sp>
        <p:nvSpPr>
          <p:cNvPr id="16" name="PlaceHolder 5"/>
          <p:cNvSpPr>
            <a:spLocks noGrp="1"/>
          </p:cNvSpPr>
          <p:nvPr>
            <p:ph type="body"/>
          </p:nvPr>
        </p:nvSpPr>
        <p:spPr>
          <a:xfrm>
            <a:off x="504000" y="1326600"/>
            <a:ext cx="9071640" cy="3288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cs-CZ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1.xml"/><Relationship Id="rId5" Type="http://schemas.openxmlformats.org/officeDocument/2006/relationships/diagramQuickStyle" Target="../diagrams/quickStyle1.xml"/><Relationship Id="rId4" Type="http://schemas.openxmlformats.org/officeDocument/2006/relationships/diagramLayout" Target="../diagrams/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2.xml"/><Relationship Id="rId7" Type="http://schemas.microsoft.com/office/2007/relationships/diagramDrawing" Target="../diagrams/drawing2.xm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2.xml"/><Relationship Id="rId5" Type="http://schemas.openxmlformats.org/officeDocument/2006/relationships/diagramQuickStyle" Target="../diagrams/quickStyle2.xml"/><Relationship Id="rId4" Type="http://schemas.openxmlformats.org/officeDocument/2006/relationships/diagramLayout" Target="../diagrams/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3.xml"/><Relationship Id="rId7" Type="http://schemas.microsoft.com/office/2007/relationships/diagramDrawing" Target="../diagrams/drawing3.xm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3.xml"/><Relationship Id="rId5" Type="http://schemas.openxmlformats.org/officeDocument/2006/relationships/diagramQuickStyle" Target="../diagrams/quickStyle3.xml"/><Relationship Id="rId4" Type="http://schemas.openxmlformats.org/officeDocument/2006/relationships/diagramLayout" Target="../diagrams/layout3.xml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diagramData" Target="../diagrams/data4.xml"/><Relationship Id="rId7" Type="http://schemas.microsoft.com/office/2007/relationships/diagramDrawing" Target="../diagrams/drawing4.xml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4.xml"/><Relationship Id="rId5" Type="http://schemas.openxmlformats.org/officeDocument/2006/relationships/diagramQuickStyle" Target="../diagrams/quickStyle4.xml"/><Relationship Id="rId4" Type="http://schemas.openxmlformats.org/officeDocument/2006/relationships/diagramLayout" Target="../diagrams/layout4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5.xml"/><Relationship Id="rId7" Type="http://schemas.microsoft.com/office/2007/relationships/diagramDrawing" Target="../diagrams/drawing5.xml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5.xml"/><Relationship Id="rId5" Type="http://schemas.openxmlformats.org/officeDocument/2006/relationships/diagramQuickStyle" Target="../diagrams/quickStyle5.xml"/><Relationship Id="rId4" Type="http://schemas.openxmlformats.org/officeDocument/2006/relationships/diagramLayout" Target="../diagrams/layout5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gif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.gif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6.xml"/><Relationship Id="rId7" Type="http://schemas.microsoft.com/office/2007/relationships/diagramDrawing" Target="../diagrams/drawing6.xml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6.xml"/><Relationship Id="rId5" Type="http://schemas.openxmlformats.org/officeDocument/2006/relationships/diagramQuickStyle" Target="../diagrams/quickStyle6.xml"/><Relationship Id="rId4" Type="http://schemas.openxmlformats.org/officeDocument/2006/relationships/diagramLayout" Target="../diagrams/layout6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7.xml"/><Relationship Id="rId7" Type="http://schemas.microsoft.com/office/2007/relationships/diagramDrawing" Target="../diagrams/drawing7.xml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7.xml"/><Relationship Id="rId5" Type="http://schemas.openxmlformats.org/officeDocument/2006/relationships/diagramQuickStyle" Target="../diagrams/quickStyle7.xml"/><Relationship Id="rId4" Type="http://schemas.openxmlformats.org/officeDocument/2006/relationships/diagramLayout" Target="../diagrams/layout7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8.xml"/><Relationship Id="rId7" Type="http://schemas.microsoft.com/office/2007/relationships/diagramDrawing" Target="../diagrams/drawing8.xml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8.xml"/><Relationship Id="rId5" Type="http://schemas.openxmlformats.org/officeDocument/2006/relationships/diagramQuickStyle" Target="../diagrams/quickStyle8.xml"/><Relationship Id="rId4" Type="http://schemas.openxmlformats.org/officeDocument/2006/relationships/diagramLayout" Target="../diagrams/layout8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jpe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hyperlink" Target="https://courses.ms.wits.ac.za/~branden/CGV/_book/tracing.html" TargetMode="External"/><Relationship Id="rId7" Type="http://schemas.openxmlformats.org/officeDocument/2006/relationships/hyperlink" Target="https://www.ted.com/talks/florian_aigner_life_is_a_game_of_chance_the_remarkable_power_of_randomness" TargetMode="External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pmc.ncbi.nlm.nih.gov/articles/PMC8500893/" TargetMode="External"/><Relationship Id="rId5" Type="http://schemas.openxmlformats.org/officeDocument/2006/relationships/hyperlink" Target="https://news.ycombinator.com/item?id=7207851" TargetMode="External"/><Relationship Id="rId4" Type="http://schemas.openxmlformats.org/officeDocument/2006/relationships/hyperlink" Target="https://www.quantamagazine.org/how-randomness-improves-algorithms-20230403/" TargetMode="Externa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9" name="Rectangle 28">
            <a:extLst>
              <a:ext uri="{FF2B5EF4-FFF2-40B4-BE49-F238E27FC236}">
                <a16:creationId xmlns:a16="http://schemas.microsoft.com/office/drawing/2014/main" id="{0E30439A-8A5B-46EC-8283-9B6B031D40D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0080625" cy="567055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5CEAD642-85CF-4750-8432-7C80C901F00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-353"/>
            <a:ext cx="10080625" cy="5670549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15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FA33EEAE-15D5-4119-8C1E-89D943F911E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376635" y="-1422"/>
            <a:ext cx="9715202" cy="5656232"/>
          </a:xfrm>
          <a:prstGeom prst="rect">
            <a:avLst/>
          </a:prstGeom>
          <a:gradFill>
            <a:gsLst>
              <a:gs pos="21000">
                <a:schemeClr val="accent1">
                  <a:lumMod val="50000"/>
                  <a:alpha val="61000"/>
                </a:schemeClr>
              </a:gs>
              <a:gs pos="100000">
                <a:schemeClr val="accent1">
                  <a:alpha val="0"/>
                </a:schemeClr>
              </a:gs>
            </a:gsLst>
            <a:lin ang="21594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730D8B3B-9B80-4025-B934-26DC7D7CD23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7115682" y="-1067"/>
            <a:ext cx="2983325" cy="5671263"/>
          </a:xfrm>
          <a:prstGeom prst="rect">
            <a:avLst/>
          </a:prstGeom>
          <a:gradFill>
            <a:gsLst>
              <a:gs pos="0">
                <a:schemeClr val="accent1">
                  <a:lumMod val="75000"/>
                  <a:alpha val="0"/>
                </a:schemeClr>
              </a:gs>
              <a:gs pos="99000">
                <a:srgbClr val="000000">
                  <a:alpha val="41000"/>
                </a:srgbClr>
              </a:gs>
            </a:gsLst>
            <a:lin ang="16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Oval 36">
            <a:extLst>
              <a:ext uri="{FF2B5EF4-FFF2-40B4-BE49-F238E27FC236}">
                <a16:creationId xmlns:a16="http://schemas.microsoft.com/office/drawing/2014/main" id="{B5A1B09C-1565-46F8-B70F-621C5EB48A0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5274173">
            <a:off x="5010250" y="644413"/>
            <a:ext cx="4107414" cy="4124515"/>
          </a:xfrm>
          <a:prstGeom prst="ellipse">
            <a:avLst/>
          </a:prstGeom>
          <a:gradFill>
            <a:gsLst>
              <a:gs pos="0">
                <a:schemeClr val="accent1">
                  <a:alpha val="24000"/>
                </a:schemeClr>
              </a:gs>
              <a:gs pos="79000">
                <a:schemeClr val="accent1">
                  <a:lumMod val="60000"/>
                  <a:lumOff val="40000"/>
                  <a:alpha val="0"/>
                </a:schemeClr>
              </a:gs>
            </a:gsLst>
            <a:lin ang="14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3" name="PlaceHolder 1"/>
          <p:cNvSpPr>
            <a:spLocks noGrp="1"/>
          </p:cNvSpPr>
          <p:nvPr>
            <p:ph type="title"/>
          </p:nvPr>
        </p:nvSpPr>
        <p:spPr>
          <a:xfrm>
            <a:off x="1146691" y="677178"/>
            <a:ext cx="5453927" cy="2702582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pPr indent="0" algn="r"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</a:tabLst>
            </a:pPr>
            <a:r>
              <a:rPr lang="en-US" sz="3900" b="0" u="none" strike="noStrike">
                <a:solidFill>
                  <a:srgbClr val="FFFFFF"/>
                </a:solidFill>
                <a:effectLst/>
                <a:uFillTx/>
                <a:latin typeface="JetBrainsMono NF"/>
              </a:rPr>
              <a:t>Náhoda v informačních technologiích</a:t>
            </a:r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8C516CC8-80AC-446C-A56E-9F54B721040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5220" y="3704327"/>
            <a:ext cx="10070183" cy="1966223"/>
          </a:xfrm>
          <a:prstGeom prst="rect">
            <a:avLst/>
          </a:prstGeom>
          <a:gradFill>
            <a:gsLst>
              <a:gs pos="0">
                <a:schemeClr val="accent1">
                  <a:lumMod val="75000"/>
                  <a:alpha val="50000"/>
                </a:schemeClr>
              </a:gs>
              <a:gs pos="99000">
                <a:srgbClr val="000000">
                  <a:alpha val="34000"/>
                </a:srgbClr>
              </a:gs>
            </a:gsLst>
            <a:lin ang="17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PlaceHolder 2"/>
          <p:cNvSpPr>
            <a:spLocks noGrp="1"/>
          </p:cNvSpPr>
          <p:nvPr>
            <p:ph type="subTitle"/>
          </p:nvPr>
        </p:nvSpPr>
        <p:spPr>
          <a:xfrm>
            <a:off x="1597317" y="3966563"/>
            <a:ext cx="5003301" cy="1026808"/>
          </a:xfrm>
          <a:prstGeom prst="rect">
            <a:avLst/>
          </a:prstGeom>
        </p:spPr>
        <p:txBody>
          <a:bodyPr lIns="0" tIns="0" rIns="0" bIns="0" anchorCtr="1">
            <a:normAutofit/>
          </a:bodyPr>
          <a:lstStyle/>
          <a:p>
            <a:pPr indent="0" algn="r">
              <a:spcAft>
                <a:spcPts val="600"/>
              </a:spcAft>
              <a:buNone/>
            </a:pPr>
            <a:r>
              <a:rPr lang="en-US" sz="2400" b="0" u="none" strike="noStrike">
                <a:solidFill>
                  <a:srgbClr val="FFFFFF"/>
                </a:solidFill>
                <a:effectLst/>
                <a:uFillTx/>
                <a:latin typeface="Consolas"/>
              </a:rPr>
              <a:t>Jak může čistě deterministický stroj vytvořit něco “náhodného”</a:t>
            </a:r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53947E58-F088-49F1-A3D1-DEA690192E8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 flipH="1">
            <a:off x="5760446" y="1350020"/>
            <a:ext cx="5670196" cy="2970161"/>
          </a:xfrm>
          <a:prstGeom prst="rect">
            <a:avLst/>
          </a:prstGeom>
          <a:gradFill>
            <a:gsLst>
              <a:gs pos="0">
                <a:schemeClr val="accent1">
                  <a:lumMod val="75000"/>
                  <a:alpha val="50000"/>
                </a:schemeClr>
              </a:gs>
              <a:gs pos="99000">
                <a:srgbClr val="000000">
                  <a:alpha val="0"/>
                </a:srgbClr>
              </a:gs>
            </a:gsLst>
            <a:lin ang="15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iterate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700"/>
                                        <p:tgtEl>
                                          <p:spTgt spid="2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/>
      <p:bldP spid="24" grpId="0" build="p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2" name="Rectangle 31">
            <a:extLst>
              <a:ext uri="{FF2B5EF4-FFF2-40B4-BE49-F238E27FC236}">
                <a16:creationId xmlns:a16="http://schemas.microsoft.com/office/drawing/2014/main" id="{BACC6370-2D7E-4714-9D71-7542949D7D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0080625" cy="567055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F68B3F68-107C-434F-AA38-110D5EA91B8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1" y="0"/>
            <a:ext cx="10080624" cy="1303081"/>
          </a:xfrm>
          <a:prstGeom prst="rect">
            <a:avLst/>
          </a:prstGeom>
          <a:gradFill>
            <a:gsLst>
              <a:gs pos="0">
                <a:srgbClr val="000000">
                  <a:alpha val="96000"/>
                </a:srgbClr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AAD0DBB9-1A4B-4391-81D4-CB19F9AB91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6721125" y="0"/>
            <a:ext cx="3359500" cy="1303459"/>
          </a:xfrm>
          <a:prstGeom prst="rect">
            <a:avLst/>
          </a:prstGeom>
          <a:gradFill>
            <a:gsLst>
              <a:gs pos="19000">
                <a:schemeClr val="accent1">
                  <a:lumMod val="50000"/>
                  <a:alpha val="68000"/>
                </a:schemeClr>
              </a:gs>
              <a:gs pos="100000">
                <a:schemeClr val="accent1">
                  <a:alpha val="79000"/>
                </a:schemeClr>
              </a:gs>
            </a:gsLst>
            <a:lin ang="19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063BBA22-50EA-4C4D-BE05-F1CE4E63AA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4388569" y="-4388570"/>
            <a:ext cx="1303487" cy="10080627"/>
          </a:xfrm>
          <a:prstGeom prst="rect">
            <a:avLst/>
          </a:prstGeom>
          <a:gradFill>
            <a:gsLst>
              <a:gs pos="23000">
                <a:schemeClr val="accent1">
                  <a:alpha val="0"/>
                </a:schemeClr>
              </a:gs>
              <a:gs pos="99000">
                <a:srgbClr val="000000">
                  <a:alpha val="74000"/>
                </a:srgbClr>
              </a:gs>
            </a:gsLst>
            <a:lin ang="20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5" name="PlaceHolder 1"/>
          <p:cNvSpPr>
            <a:spLocks noGrp="1"/>
          </p:cNvSpPr>
          <p:nvPr>
            <p:ph type="title"/>
          </p:nvPr>
        </p:nvSpPr>
        <p:spPr>
          <a:xfrm>
            <a:off x="1134067" y="288459"/>
            <a:ext cx="8304629" cy="72575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indent="0">
              <a:tabLst>
                <a:tab pos="0" algn="l"/>
              </a:tabLst>
            </a:pPr>
            <a:r>
              <a:rPr lang="en-US" sz="3300" b="0" u="none" strike="noStrike" kern="1200">
                <a:solidFill>
                  <a:srgbClr val="FFFFFF"/>
                </a:solidFill>
                <a:effectLst/>
                <a:uFillTx/>
                <a:latin typeface="+mj-lt"/>
                <a:ea typeface="+mj-ea"/>
                <a:cs typeface="+mj-cs"/>
              </a:rPr>
              <a:t>Definice</a:t>
            </a:r>
          </a:p>
        </p:txBody>
      </p:sp>
      <p:graphicFrame>
        <p:nvGraphicFramePr>
          <p:cNvPr id="28" name="PlaceHolder 2">
            <a:extLst>
              <a:ext uri="{FF2B5EF4-FFF2-40B4-BE49-F238E27FC236}">
                <a16:creationId xmlns:a16="http://schemas.microsoft.com/office/drawing/2014/main" id="{58C04AFB-1CCA-C4C1-0BFE-AC0C84724401}"/>
              </a:ext>
            </a:extLst>
          </p:cNvPr>
          <p:cNvGraphicFramePr>
            <a:graphicFrameLocks noGrp="1"/>
          </p:cNvGraphicFramePr>
          <p:nvPr>
            <p:ph/>
            <p:extLst>
              <p:ext uri="{D42A27DB-BD31-4B8C-83A1-F6EECF244321}">
                <p14:modId xmlns:p14="http://schemas.microsoft.com/office/powerpoint/2010/main" val="2456064043"/>
              </p:ext>
            </p:extLst>
          </p:nvPr>
        </p:nvGraphicFramePr>
        <p:xfrm>
          <a:off x="1754908" y="1753198"/>
          <a:ext cx="6570807" cy="3466829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4" name="Rectangle 33">
            <a:extLst>
              <a:ext uri="{FF2B5EF4-FFF2-40B4-BE49-F238E27FC236}">
                <a16:creationId xmlns:a16="http://schemas.microsoft.com/office/drawing/2014/main" id="{BACC6370-2D7E-4714-9D71-7542949D7D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0080625" cy="567055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F68B3F68-107C-434F-AA38-110D5EA91B8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1" y="0"/>
            <a:ext cx="10080624" cy="1303081"/>
          </a:xfrm>
          <a:prstGeom prst="rect">
            <a:avLst/>
          </a:prstGeom>
          <a:gradFill>
            <a:gsLst>
              <a:gs pos="0">
                <a:srgbClr val="000000">
                  <a:alpha val="96000"/>
                </a:srgbClr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AAD0DBB9-1A4B-4391-81D4-CB19F9AB91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6721125" y="0"/>
            <a:ext cx="3359500" cy="1303459"/>
          </a:xfrm>
          <a:prstGeom prst="rect">
            <a:avLst/>
          </a:prstGeom>
          <a:gradFill>
            <a:gsLst>
              <a:gs pos="19000">
                <a:schemeClr val="accent1">
                  <a:lumMod val="50000"/>
                  <a:alpha val="68000"/>
                </a:schemeClr>
              </a:gs>
              <a:gs pos="100000">
                <a:schemeClr val="accent1">
                  <a:alpha val="79000"/>
                </a:schemeClr>
              </a:gs>
            </a:gsLst>
            <a:lin ang="19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063BBA22-50EA-4C4D-BE05-F1CE4E63AA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4388569" y="-4388570"/>
            <a:ext cx="1303487" cy="10080627"/>
          </a:xfrm>
          <a:prstGeom prst="rect">
            <a:avLst/>
          </a:prstGeom>
          <a:gradFill>
            <a:gsLst>
              <a:gs pos="23000">
                <a:schemeClr val="accent1">
                  <a:alpha val="0"/>
                </a:schemeClr>
              </a:gs>
              <a:gs pos="99000">
                <a:srgbClr val="000000">
                  <a:alpha val="74000"/>
                </a:srgbClr>
              </a:gs>
            </a:gsLst>
            <a:lin ang="20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7" name="PlaceHolder 1"/>
          <p:cNvSpPr>
            <a:spLocks noGrp="1"/>
          </p:cNvSpPr>
          <p:nvPr>
            <p:ph type="title"/>
          </p:nvPr>
        </p:nvSpPr>
        <p:spPr>
          <a:xfrm>
            <a:off x="1134067" y="288459"/>
            <a:ext cx="8304629" cy="72575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indent="0">
              <a:tabLst>
                <a:tab pos="0" algn="l"/>
              </a:tabLst>
            </a:pPr>
            <a:r>
              <a:rPr lang="en-US" sz="3300" b="0" u="none" strike="noStrike" kern="1200">
                <a:solidFill>
                  <a:srgbClr val="FFFFFF"/>
                </a:solidFill>
                <a:effectLst/>
                <a:uFillTx/>
                <a:latin typeface="+mj-lt"/>
                <a:ea typeface="+mj-ea"/>
                <a:cs typeface="+mj-cs"/>
              </a:rPr>
              <a:t>Pseudonáhodnost</a:t>
            </a:r>
          </a:p>
        </p:txBody>
      </p:sp>
      <p:graphicFrame>
        <p:nvGraphicFramePr>
          <p:cNvPr id="30" name="PlaceHolder 2">
            <a:extLst>
              <a:ext uri="{FF2B5EF4-FFF2-40B4-BE49-F238E27FC236}">
                <a16:creationId xmlns:a16="http://schemas.microsoft.com/office/drawing/2014/main" id="{EE7DCBA9-DB9B-A335-729D-3C92B204DF17}"/>
              </a:ext>
            </a:extLst>
          </p:cNvPr>
          <p:cNvGraphicFramePr>
            <a:graphicFrameLocks noGrp="1"/>
          </p:cNvGraphicFramePr>
          <p:nvPr>
            <p:ph/>
            <p:extLst>
              <p:ext uri="{D42A27DB-BD31-4B8C-83A1-F6EECF244321}">
                <p14:modId xmlns:p14="http://schemas.microsoft.com/office/powerpoint/2010/main" val="2221261232"/>
              </p:ext>
            </p:extLst>
          </p:nvPr>
        </p:nvGraphicFramePr>
        <p:xfrm>
          <a:off x="532520" y="1746789"/>
          <a:ext cx="9035379" cy="3466829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6" name="Rectangle 35">
            <a:extLst>
              <a:ext uri="{FF2B5EF4-FFF2-40B4-BE49-F238E27FC236}">
                <a16:creationId xmlns:a16="http://schemas.microsoft.com/office/drawing/2014/main" id="{BACC6370-2D7E-4714-9D71-7542949D7D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0080625" cy="567055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F68B3F68-107C-434F-AA38-110D5EA91B8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1" y="0"/>
            <a:ext cx="10080624" cy="1303081"/>
          </a:xfrm>
          <a:prstGeom prst="rect">
            <a:avLst/>
          </a:prstGeom>
          <a:gradFill>
            <a:gsLst>
              <a:gs pos="0">
                <a:srgbClr val="000000">
                  <a:alpha val="96000"/>
                </a:srgbClr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AAD0DBB9-1A4B-4391-81D4-CB19F9AB91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6721125" y="0"/>
            <a:ext cx="3359500" cy="1303459"/>
          </a:xfrm>
          <a:prstGeom prst="rect">
            <a:avLst/>
          </a:prstGeom>
          <a:gradFill>
            <a:gsLst>
              <a:gs pos="19000">
                <a:schemeClr val="accent1">
                  <a:lumMod val="50000"/>
                  <a:alpha val="68000"/>
                </a:schemeClr>
              </a:gs>
              <a:gs pos="100000">
                <a:schemeClr val="accent1">
                  <a:alpha val="79000"/>
                </a:schemeClr>
              </a:gs>
            </a:gsLst>
            <a:lin ang="19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063BBA22-50EA-4C4D-BE05-F1CE4E63AA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4388569" y="-4388570"/>
            <a:ext cx="1303487" cy="10080627"/>
          </a:xfrm>
          <a:prstGeom prst="rect">
            <a:avLst/>
          </a:prstGeom>
          <a:gradFill>
            <a:gsLst>
              <a:gs pos="23000">
                <a:schemeClr val="accent1">
                  <a:alpha val="0"/>
                </a:schemeClr>
              </a:gs>
              <a:gs pos="99000">
                <a:srgbClr val="000000">
                  <a:alpha val="74000"/>
                </a:srgbClr>
              </a:gs>
            </a:gsLst>
            <a:lin ang="20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9" name="PlaceHolder 1"/>
          <p:cNvSpPr>
            <a:spLocks noGrp="1"/>
          </p:cNvSpPr>
          <p:nvPr>
            <p:ph type="title"/>
          </p:nvPr>
        </p:nvSpPr>
        <p:spPr>
          <a:xfrm>
            <a:off x="1134067" y="288459"/>
            <a:ext cx="8304629" cy="72575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indent="0">
              <a:tabLst>
                <a:tab pos="0" algn="l"/>
              </a:tabLst>
            </a:pPr>
            <a:r>
              <a:rPr lang="en-US" sz="3300" b="0" u="none" strike="noStrike" kern="1200">
                <a:solidFill>
                  <a:srgbClr val="FFFFFF"/>
                </a:solidFill>
                <a:effectLst/>
                <a:uFillTx/>
                <a:latin typeface="+mj-lt"/>
                <a:ea typeface="+mj-ea"/>
                <a:cs typeface="+mj-cs"/>
              </a:rPr>
              <a:t>Pohled do historie</a:t>
            </a:r>
          </a:p>
        </p:txBody>
      </p:sp>
      <p:graphicFrame>
        <p:nvGraphicFramePr>
          <p:cNvPr id="32" name="PlaceHolder 2">
            <a:extLst>
              <a:ext uri="{FF2B5EF4-FFF2-40B4-BE49-F238E27FC236}">
                <a16:creationId xmlns:a16="http://schemas.microsoft.com/office/drawing/2014/main" id="{3D83B8C0-D792-D5AA-2966-A274B36387F1}"/>
              </a:ext>
            </a:extLst>
          </p:cNvPr>
          <p:cNvGraphicFramePr>
            <a:graphicFrameLocks noGrp="1"/>
          </p:cNvGraphicFramePr>
          <p:nvPr>
            <p:ph/>
            <p:extLst>
              <p:ext uri="{D42A27DB-BD31-4B8C-83A1-F6EECF244321}">
                <p14:modId xmlns:p14="http://schemas.microsoft.com/office/powerpoint/2010/main" val="286975315"/>
              </p:ext>
            </p:extLst>
          </p:nvPr>
        </p:nvGraphicFramePr>
        <p:xfrm>
          <a:off x="532520" y="1746789"/>
          <a:ext cx="9035379" cy="3466829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8" name="Rectangle 37">
            <a:extLst>
              <a:ext uri="{FF2B5EF4-FFF2-40B4-BE49-F238E27FC236}">
                <a16:creationId xmlns:a16="http://schemas.microsoft.com/office/drawing/2014/main" id="{BACC6370-2D7E-4714-9D71-7542949D7D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0080625" cy="567055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F68B3F68-107C-434F-AA38-110D5EA91B8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1" y="0"/>
            <a:ext cx="10080624" cy="1303081"/>
          </a:xfrm>
          <a:prstGeom prst="rect">
            <a:avLst/>
          </a:prstGeom>
          <a:gradFill>
            <a:gsLst>
              <a:gs pos="0">
                <a:srgbClr val="000000">
                  <a:alpha val="96000"/>
                </a:srgbClr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AAD0DBB9-1A4B-4391-81D4-CB19F9AB91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6721125" y="0"/>
            <a:ext cx="3359500" cy="1303459"/>
          </a:xfrm>
          <a:prstGeom prst="rect">
            <a:avLst/>
          </a:prstGeom>
          <a:gradFill>
            <a:gsLst>
              <a:gs pos="19000">
                <a:schemeClr val="accent1">
                  <a:lumMod val="50000"/>
                  <a:alpha val="68000"/>
                </a:schemeClr>
              </a:gs>
              <a:gs pos="100000">
                <a:schemeClr val="accent1">
                  <a:alpha val="79000"/>
                </a:schemeClr>
              </a:gs>
            </a:gsLst>
            <a:lin ang="19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063BBA22-50EA-4C4D-BE05-F1CE4E63AA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4388569" y="-4388570"/>
            <a:ext cx="1303487" cy="10080627"/>
          </a:xfrm>
          <a:prstGeom prst="rect">
            <a:avLst/>
          </a:prstGeom>
          <a:gradFill>
            <a:gsLst>
              <a:gs pos="23000">
                <a:schemeClr val="accent1">
                  <a:alpha val="0"/>
                </a:schemeClr>
              </a:gs>
              <a:gs pos="99000">
                <a:srgbClr val="000000">
                  <a:alpha val="74000"/>
                </a:srgbClr>
              </a:gs>
            </a:gsLst>
            <a:lin ang="20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1" name="PlaceHolder 1"/>
          <p:cNvSpPr>
            <a:spLocks noGrp="1"/>
          </p:cNvSpPr>
          <p:nvPr>
            <p:ph type="title"/>
          </p:nvPr>
        </p:nvSpPr>
        <p:spPr>
          <a:xfrm>
            <a:off x="1134067" y="288459"/>
            <a:ext cx="8304629" cy="72575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indent="0">
              <a:tabLst>
                <a:tab pos="0" algn="l"/>
              </a:tabLst>
            </a:pPr>
            <a:r>
              <a:rPr lang="en-US" sz="3300" b="0" u="none" strike="noStrike" kern="1200">
                <a:solidFill>
                  <a:srgbClr val="FFFFFF"/>
                </a:solidFill>
                <a:effectLst/>
                <a:uFillTx/>
                <a:latin typeface="+mj-lt"/>
                <a:ea typeface="+mj-ea"/>
                <a:cs typeface="+mj-cs"/>
              </a:rPr>
              <a:t>Kongruentní generátor</a:t>
            </a:r>
          </a:p>
        </p:txBody>
      </p:sp>
      <p:graphicFrame>
        <p:nvGraphicFramePr>
          <p:cNvPr id="34" name="PlaceHolder 2">
            <a:extLst>
              <a:ext uri="{FF2B5EF4-FFF2-40B4-BE49-F238E27FC236}">
                <a16:creationId xmlns:a16="http://schemas.microsoft.com/office/drawing/2014/main" id="{B29AC671-8406-D63B-CA4B-9C4A686573A8}"/>
              </a:ext>
            </a:extLst>
          </p:cNvPr>
          <p:cNvGraphicFramePr>
            <a:graphicFrameLocks noGrp="1"/>
          </p:cNvGraphicFramePr>
          <p:nvPr>
            <p:ph/>
            <p:extLst>
              <p:ext uri="{D42A27DB-BD31-4B8C-83A1-F6EECF244321}">
                <p14:modId xmlns:p14="http://schemas.microsoft.com/office/powerpoint/2010/main" val="1161911567"/>
              </p:ext>
            </p:extLst>
          </p:nvPr>
        </p:nvGraphicFramePr>
        <p:xfrm>
          <a:off x="991050" y="1799561"/>
          <a:ext cx="8098524" cy="1776996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pic>
        <p:nvPicPr>
          <p:cNvPr id="11" name="Obrázek 10" descr="Obsah obrázku Písmo, typografie, kaligrafie, bílé&#10;&#10;Obsah generovaný pomocí AI může být nesprávný.">
            <a:extLst>
              <a:ext uri="{FF2B5EF4-FFF2-40B4-BE49-F238E27FC236}">
                <a16:creationId xmlns:a16="http://schemas.microsoft.com/office/drawing/2014/main" id="{990EB02D-9D9A-F6DF-4966-CE299B6816FA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186861" y="3576557"/>
            <a:ext cx="7706902" cy="1255758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42A4FC2C-047E-45A5-965D-8E1E3BF09B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260" y="0"/>
            <a:ext cx="10078104" cy="56705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pic>
        <p:nvPicPr>
          <p:cNvPr id="7" name="Obrázek 6" descr="Obsah obrázku text, snímek obrazovky, Písmo&#10;&#10;Obsah generovaný pomocí AI může být nesprávný.">
            <a:extLst>
              <a:ext uri="{FF2B5EF4-FFF2-40B4-BE49-F238E27FC236}">
                <a16:creationId xmlns:a16="http://schemas.microsoft.com/office/drawing/2014/main" id="{0594B473-B3A0-65EF-FFE0-1AE85403EC1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190787" y="0"/>
            <a:ext cx="10270151" cy="5670551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41" name="Rectangle 40">
            <a:extLst>
              <a:ext uri="{FF2B5EF4-FFF2-40B4-BE49-F238E27FC236}">
                <a16:creationId xmlns:a16="http://schemas.microsoft.com/office/drawing/2014/main" id="{BACC6370-2D7E-4714-9D71-7542949D7D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0080625" cy="567055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F68B3F68-107C-434F-AA38-110D5EA91B8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1" y="0"/>
            <a:ext cx="10080624" cy="1303081"/>
          </a:xfrm>
          <a:prstGeom prst="rect">
            <a:avLst/>
          </a:prstGeom>
          <a:gradFill>
            <a:gsLst>
              <a:gs pos="0">
                <a:srgbClr val="000000">
                  <a:alpha val="96000"/>
                </a:srgbClr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AAD0DBB9-1A4B-4391-81D4-CB19F9AB91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6721125" y="0"/>
            <a:ext cx="3359500" cy="1303459"/>
          </a:xfrm>
          <a:prstGeom prst="rect">
            <a:avLst/>
          </a:prstGeom>
          <a:gradFill>
            <a:gsLst>
              <a:gs pos="19000">
                <a:schemeClr val="accent1">
                  <a:lumMod val="50000"/>
                  <a:alpha val="68000"/>
                </a:schemeClr>
              </a:gs>
              <a:gs pos="100000">
                <a:schemeClr val="accent1">
                  <a:alpha val="79000"/>
                </a:schemeClr>
              </a:gs>
            </a:gsLst>
            <a:lin ang="19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063BBA22-50EA-4C4D-BE05-F1CE4E63AA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4388569" y="-4388570"/>
            <a:ext cx="1303487" cy="10080627"/>
          </a:xfrm>
          <a:prstGeom prst="rect">
            <a:avLst/>
          </a:prstGeom>
          <a:gradFill>
            <a:gsLst>
              <a:gs pos="23000">
                <a:schemeClr val="accent1">
                  <a:alpha val="0"/>
                </a:schemeClr>
              </a:gs>
              <a:gs pos="99000">
                <a:srgbClr val="000000">
                  <a:alpha val="74000"/>
                </a:srgbClr>
              </a:gs>
            </a:gsLst>
            <a:lin ang="20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4" name="PlaceHolder 1"/>
          <p:cNvSpPr>
            <a:spLocks noGrp="1"/>
          </p:cNvSpPr>
          <p:nvPr>
            <p:ph type="title"/>
          </p:nvPr>
        </p:nvSpPr>
        <p:spPr>
          <a:xfrm>
            <a:off x="1134067" y="288459"/>
            <a:ext cx="8304629" cy="72575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indent="0">
              <a:tabLst>
                <a:tab pos="0" algn="l"/>
              </a:tabLst>
            </a:pPr>
            <a:r>
              <a:rPr lang="en-US" sz="3300" b="0" u="none" strike="noStrike" kern="1200">
                <a:solidFill>
                  <a:srgbClr val="FFFFFF"/>
                </a:solidFill>
                <a:effectLst/>
                <a:uFillTx/>
                <a:latin typeface="+mj-lt"/>
                <a:ea typeface="+mj-ea"/>
                <a:cs typeface="+mj-cs"/>
              </a:rPr>
              <a:t>SEEDS</a:t>
            </a:r>
          </a:p>
        </p:txBody>
      </p:sp>
      <p:graphicFrame>
        <p:nvGraphicFramePr>
          <p:cNvPr id="37" name="PlaceHolder 2">
            <a:extLst>
              <a:ext uri="{FF2B5EF4-FFF2-40B4-BE49-F238E27FC236}">
                <a16:creationId xmlns:a16="http://schemas.microsoft.com/office/drawing/2014/main" id="{36D72F71-D3EC-76BA-2C59-3D3BF09F8771}"/>
              </a:ext>
            </a:extLst>
          </p:cNvPr>
          <p:cNvGraphicFramePr>
            <a:graphicFrameLocks noGrp="1"/>
          </p:cNvGraphicFramePr>
          <p:nvPr>
            <p:ph/>
            <p:extLst>
              <p:ext uri="{D42A27DB-BD31-4B8C-83A1-F6EECF244321}">
                <p14:modId xmlns:p14="http://schemas.microsoft.com/office/powerpoint/2010/main" val="2585097390"/>
              </p:ext>
            </p:extLst>
          </p:nvPr>
        </p:nvGraphicFramePr>
        <p:xfrm>
          <a:off x="532520" y="1746789"/>
          <a:ext cx="9035379" cy="3466829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tint val="95000"/>
            <a:satMod val="17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4" name="Group 41">
            <a:extLst>
              <a:ext uri="{FF2B5EF4-FFF2-40B4-BE49-F238E27FC236}">
                <a16:creationId xmlns:a16="http://schemas.microsoft.com/office/drawing/2014/main" id="{D2C4BFA1-2075-4901-9E24-E41D1FDD51F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955378" y="412059"/>
            <a:ext cx="8187748" cy="4846431"/>
            <a:chOff x="1155481" y="498348"/>
            <a:chExt cx="9902663" cy="5861304"/>
          </a:xfrm>
        </p:grpSpPr>
        <p:sp>
          <p:nvSpPr>
            <p:cNvPr id="43" name="Oval 5">
              <a:extLst>
                <a:ext uri="{FF2B5EF4-FFF2-40B4-BE49-F238E27FC236}">
                  <a16:creationId xmlns:a16="http://schemas.microsoft.com/office/drawing/2014/main" id="{985A7375-E3AF-4F5C-85AE-17E8832952C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rrowhead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55481" y="498348"/>
              <a:ext cx="5861304" cy="5861304"/>
            </a:xfrm>
            <a:prstGeom prst="ellipse">
              <a:avLst/>
            </a:prstGeom>
            <a:solidFill>
              <a:schemeClr val="accent1">
                <a:alpha val="55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55" name="Oval 43">
              <a:extLst>
                <a:ext uri="{FF2B5EF4-FFF2-40B4-BE49-F238E27FC236}">
                  <a16:creationId xmlns:a16="http://schemas.microsoft.com/office/drawing/2014/main" id="{F0307F65-8304-4FA8-A841-D4D7625411B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rrowhead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196840" y="498348"/>
              <a:ext cx="5861304" cy="5861304"/>
            </a:xfrm>
            <a:prstGeom prst="ellipse">
              <a:avLst/>
            </a:prstGeom>
            <a:solidFill>
              <a:schemeClr val="accent1">
                <a:alpha val="55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5" name="Oval 5">
              <a:extLst>
                <a:ext uri="{FF2B5EF4-FFF2-40B4-BE49-F238E27FC236}">
                  <a16:creationId xmlns:a16="http://schemas.microsoft.com/office/drawing/2014/main" id="{C8B8394C-136F-4E05-A002-D93A5E79CD5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rrowhead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165348" y="498348"/>
              <a:ext cx="5861304" cy="5861304"/>
            </a:xfrm>
            <a:prstGeom prst="ellipse">
              <a:avLst/>
            </a:prstGeom>
            <a:solidFill>
              <a:schemeClr val="accent1">
                <a:alpha val="7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47" name="Rectangle 46">
            <a:extLst>
              <a:ext uri="{FF2B5EF4-FFF2-40B4-BE49-F238E27FC236}">
                <a16:creationId xmlns:a16="http://schemas.microsoft.com/office/drawing/2014/main" id="{053FB2EE-284F-4C87-AB3D-BBF87A9FAB9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2079201"/>
            <a:ext cx="10080625" cy="1512147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36" name="PlaceHolder 1"/>
          <p:cNvSpPr>
            <a:spLocks noGrp="1"/>
          </p:cNvSpPr>
          <p:nvPr>
            <p:ph type="title"/>
          </p:nvPr>
        </p:nvSpPr>
        <p:spPr>
          <a:xfrm>
            <a:off x="1260078" y="2295785"/>
            <a:ext cx="7560468" cy="114203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indent="0" algn="ctr">
              <a:tabLst>
                <a:tab pos="0" algn="l"/>
              </a:tabLst>
            </a:pPr>
            <a:r>
              <a:rPr lang="en-US" sz="3300" b="0" u="none" strike="noStrike" kern="1200">
                <a:solidFill>
                  <a:schemeClr val="bg2"/>
                </a:solidFill>
                <a:effectLst/>
                <a:uFillTx/>
                <a:latin typeface="+mj-lt"/>
                <a:ea typeface="+mj-ea"/>
                <a:cs typeface="+mj-cs"/>
              </a:rPr>
              <a:t>Využití</a:t>
            </a:r>
          </a:p>
        </p:txBody>
      </p:sp>
      <p:sp>
        <p:nvSpPr>
          <p:cNvPr id="37" name="TextovéPole 36"/>
          <p:cNvSpPr txBox="1"/>
          <p:nvPr/>
        </p:nvSpPr>
        <p:spPr>
          <a:xfrm>
            <a:off x="1260078" y="3717360"/>
            <a:ext cx="7560468" cy="63006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algn="ctr">
              <a:lnSpc>
                <a:spcPct val="90000"/>
              </a:lnSpc>
              <a:spcBef>
                <a:spcPts val="1000"/>
              </a:spcBef>
            </a:pPr>
            <a:r>
              <a:rPr lang="en-US" sz="2400" b="0" u="none" strike="noStrike" kern="1200" dirty="0">
                <a:solidFill>
                  <a:schemeClr val="tx1"/>
                </a:solidFill>
                <a:effectLst/>
                <a:uFillTx/>
                <a:latin typeface="+mn-lt"/>
                <a:ea typeface="+mn-ea"/>
                <a:cs typeface="+mn-cs"/>
              </a:rPr>
              <a:t>Od </a:t>
            </a:r>
            <a:r>
              <a:rPr lang="en-US" sz="2400" b="0" u="none" strike="noStrike" kern="1200" dirty="0" err="1">
                <a:solidFill>
                  <a:schemeClr val="tx1"/>
                </a:solidFill>
                <a:effectLst/>
                <a:uFillTx/>
                <a:latin typeface="+mn-lt"/>
                <a:ea typeface="+mn-ea"/>
                <a:cs typeface="+mn-cs"/>
              </a:rPr>
              <a:t>šifrování</a:t>
            </a:r>
            <a:r>
              <a:rPr lang="en-US" sz="2400" b="0" u="none" strike="noStrike" kern="1200" dirty="0">
                <a:solidFill>
                  <a:schemeClr val="tx1"/>
                </a:solidFill>
                <a:effectLst/>
                <a:uFillTx/>
                <a:latin typeface="+mn-lt"/>
                <a:ea typeface="+mn-ea"/>
                <a:cs typeface="+mn-cs"/>
              </a:rPr>
              <a:t> </a:t>
            </a:r>
            <a:r>
              <a:rPr lang="en-US" sz="2400" b="0" u="none" strike="noStrike" kern="1200" dirty="0" err="1">
                <a:solidFill>
                  <a:schemeClr val="tx1"/>
                </a:solidFill>
                <a:effectLst/>
                <a:uFillTx/>
                <a:latin typeface="+mn-lt"/>
                <a:ea typeface="+mn-ea"/>
                <a:cs typeface="+mn-cs"/>
              </a:rPr>
              <a:t>zpráv</a:t>
            </a:r>
            <a:r>
              <a:rPr lang="en-US" sz="2400" b="0" u="none" strike="noStrike" kern="1200" dirty="0">
                <a:solidFill>
                  <a:schemeClr val="tx1"/>
                </a:solidFill>
                <a:effectLst/>
                <a:uFillTx/>
                <a:latin typeface="+mn-lt"/>
                <a:ea typeface="+mn-ea"/>
                <a:cs typeface="+mn-cs"/>
              </a:rPr>
              <a:t> </a:t>
            </a:r>
            <a:r>
              <a:rPr lang="en-US" sz="2400" b="0" u="none" strike="noStrike" kern="1200" dirty="0" err="1">
                <a:solidFill>
                  <a:schemeClr val="tx1"/>
                </a:solidFill>
                <a:effectLst/>
                <a:uFillTx/>
                <a:latin typeface="+mn-lt"/>
                <a:ea typeface="+mn-ea"/>
                <a:cs typeface="+mn-cs"/>
              </a:rPr>
              <a:t>až</a:t>
            </a:r>
            <a:r>
              <a:rPr lang="en-US" sz="2400" b="0" u="none" strike="noStrike" kern="1200" dirty="0">
                <a:solidFill>
                  <a:schemeClr val="tx1"/>
                </a:solidFill>
                <a:effectLst/>
                <a:uFillTx/>
                <a:latin typeface="+mn-lt"/>
                <a:ea typeface="+mn-ea"/>
                <a:cs typeface="+mn-cs"/>
              </a:rPr>
              <a:t> po </a:t>
            </a:r>
            <a:r>
              <a:rPr lang="en-US" sz="2400" b="0" u="none" strike="noStrike" kern="1200" dirty="0" err="1">
                <a:solidFill>
                  <a:schemeClr val="tx1"/>
                </a:solidFill>
                <a:effectLst/>
                <a:uFillTx/>
                <a:latin typeface="+mn-lt"/>
                <a:ea typeface="+mn-ea"/>
                <a:cs typeface="+mn-cs"/>
              </a:rPr>
              <a:t>nekonečné</a:t>
            </a:r>
            <a:r>
              <a:rPr lang="en-US" sz="2400" b="0" u="none" strike="noStrike" kern="1200" dirty="0">
                <a:solidFill>
                  <a:schemeClr val="tx1"/>
                </a:solidFill>
                <a:effectLst/>
                <a:uFillTx/>
                <a:latin typeface="+mn-lt"/>
                <a:ea typeface="+mn-ea"/>
                <a:cs typeface="+mn-cs"/>
              </a:rPr>
              <a:t> </a:t>
            </a:r>
            <a:r>
              <a:rPr lang="en-US" sz="2400" b="0" u="none" strike="noStrike" kern="1200" dirty="0" err="1">
                <a:solidFill>
                  <a:schemeClr val="tx1"/>
                </a:solidFill>
                <a:effectLst/>
                <a:uFillTx/>
                <a:latin typeface="+mn-lt"/>
                <a:ea typeface="+mn-ea"/>
                <a:cs typeface="+mn-cs"/>
              </a:rPr>
              <a:t>vesmíry</a:t>
            </a:r>
            <a:r>
              <a:rPr lang="en-US" sz="2400" b="0" u="none" strike="noStrike" kern="1200" dirty="0">
                <a:solidFill>
                  <a:schemeClr val="tx1"/>
                </a:solidFill>
                <a:effectLst/>
                <a:uFillTx/>
                <a:latin typeface="+mn-lt"/>
                <a:ea typeface="+mn-ea"/>
                <a:cs typeface="+mn-cs"/>
              </a:rPr>
              <a:t> </a:t>
            </a:r>
            <a:r>
              <a:rPr lang="en-US" sz="2400" b="0" u="none" strike="noStrike" kern="1200" dirty="0" err="1">
                <a:solidFill>
                  <a:schemeClr val="tx1"/>
                </a:solidFill>
                <a:effectLst/>
                <a:uFillTx/>
                <a:latin typeface="+mn-lt"/>
                <a:ea typeface="+mn-ea"/>
                <a:cs typeface="+mn-cs"/>
              </a:rPr>
              <a:t>videoher</a:t>
            </a:r>
            <a:r>
              <a:rPr lang="en-US" sz="2400" b="0" u="none" strike="noStrike" kern="1200" dirty="0">
                <a:solidFill>
                  <a:schemeClr val="tx1"/>
                </a:solidFill>
                <a:effectLst/>
                <a:uFillTx/>
                <a:latin typeface="+mn-lt"/>
                <a:ea typeface="+mn-ea"/>
                <a:cs typeface="+mn-cs"/>
              </a:rPr>
              <a:t>.</a:t>
            </a:r>
          </a:p>
        </p:txBody>
      </p:sp>
    </p:spTree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45" name="Slide Background">
            <a:extLst>
              <a:ext uri="{FF2B5EF4-FFF2-40B4-BE49-F238E27FC236}">
                <a16:creationId xmlns:a16="http://schemas.microsoft.com/office/drawing/2014/main" id="{C0763A76-9F1C-4FC5-82B7-DD475DA461B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0" y="0"/>
            <a:ext cx="10080623" cy="567055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sp useBgFill="1">
        <p:nvSpPr>
          <p:cNvPr id="47" name="Rectangle 46">
            <a:extLst>
              <a:ext uri="{FF2B5EF4-FFF2-40B4-BE49-F238E27FC236}">
                <a16:creationId xmlns:a16="http://schemas.microsoft.com/office/drawing/2014/main" id="{E81BF4F6-F2CF-4984-9D14-D6966D92F9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7046554" cy="1890182"/>
          </a:xfrm>
          <a:prstGeom prst="rect">
            <a:avLst/>
          </a:prstGeom>
          <a:ln>
            <a:noFill/>
          </a:ln>
          <a:effectLst>
            <a:outerShdw blurRad="596900" dist="304800" dir="7140000" sx="90000" sy="90000" algn="t" rotWithShape="0">
              <a:srgbClr val="000000">
                <a:alpha val="15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PlaceHolder 1"/>
          <p:cNvSpPr>
            <a:spLocks noGrp="1"/>
          </p:cNvSpPr>
          <p:nvPr>
            <p:ph type="title"/>
          </p:nvPr>
        </p:nvSpPr>
        <p:spPr>
          <a:xfrm>
            <a:off x="629876" y="289560"/>
            <a:ext cx="3842166" cy="134323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indent="0">
              <a:tabLst>
                <a:tab pos="0" algn="l"/>
              </a:tabLst>
            </a:pPr>
            <a:r>
              <a:rPr lang="en-US" sz="3300" b="0" u="none" strike="noStrike">
                <a:effectLst/>
                <a:uFillTx/>
              </a:rPr>
              <a:t>Bezpečnost</a:t>
            </a:r>
          </a:p>
        </p:txBody>
      </p:sp>
      <p:sp>
        <p:nvSpPr>
          <p:cNvPr id="39" name="PlaceHolder 2"/>
          <p:cNvSpPr>
            <a:spLocks noGrp="1"/>
          </p:cNvSpPr>
          <p:nvPr>
            <p:ph/>
          </p:nvPr>
        </p:nvSpPr>
        <p:spPr>
          <a:xfrm>
            <a:off x="629875" y="2268220"/>
            <a:ext cx="3842167" cy="298753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indent="-228600">
              <a:buClr>
                <a:srgbClr val="000000"/>
              </a:buClr>
              <a:buFont typeface="Arial" panose="020B0604020202020204" pitchFamily="34" charset="0"/>
              <a:buChar char="•"/>
            </a:pPr>
            <a:r>
              <a:rPr lang="en-US" sz="1600" b="0" u="none" strike="noStrike">
                <a:effectLst/>
                <a:uFillTx/>
                <a:latin typeface="+mn-lt"/>
                <a:ea typeface="+mn-ea"/>
                <a:cs typeface="+mn-cs"/>
              </a:rPr>
              <a:t>PRNG je předvídatelné</a:t>
            </a:r>
          </a:p>
          <a:p>
            <a:pPr indent="-228600">
              <a:buClr>
                <a:srgbClr val="000000"/>
              </a:buClr>
              <a:buFont typeface="Arial" panose="020B0604020202020204" pitchFamily="34" charset="0"/>
              <a:buChar char="•"/>
            </a:pPr>
            <a:r>
              <a:rPr lang="en-US" sz="1600" b="0" u="none" strike="noStrike">
                <a:effectLst/>
                <a:uFillTx/>
                <a:latin typeface="+mn-lt"/>
                <a:ea typeface="+mn-ea"/>
                <a:cs typeface="+mn-cs"/>
              </a:rPr>
              <a:t>Čerpání z fyzické reality.</a:t>
            </a:r>
          </a:p>
          <a:p>
            <a:pPr marL="864000" lvl="1" indent="-228600" algn="l" rtl="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Arial" panose="020B0604020202020204" pitchFamily="34" charset="0"/>
              <a:buChar char="•"/>
            </a:pPr>
            <a:r>
              <a:rPr lang="en-US" sz="1600" b="0" u="none" strike="noStrike" kern="1200">
                <a:solidFill>
                  <a:schemeClr val="tx1"/>
                </a:solidFill>
                <a:effectLst/>
                <a:uFillTx/>
                <a:latin typeface="+mn-lt"/>
                <a:ea typeface="+mn-ea"/>
                <a:cs typeface="+mn-cs"/>
              </a:rPr>
              <a:t>Tepelný šum procesoru</a:t>
            </a:r>
          </a:p>
          <a:p>
            <a:pPr marL="864000" lvl="1" indent="-228600" algn="l" rtl="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Arial" panose="020B0604020202020204" pitchFamily="34" charset="0"/>
              <a:buChar char="•"/>
            </a:pPr>
            <a:r>
              <a:rPr lang="en-US" sz="1600" b="0" u="none" strike="noStrike" kern="1200">
                <a:solidFill>
                  <a:schemeClr val="tx1"/>
                </a:solidFill>
                <a:effectLst/>
                <a:uFillTx/>
                <a:latin typeface="+mn-lt"/>
                <a:ea typeface="+mn-ea"/>
                <a:cs typeface="+mn-cs"/>
              </a:rPr>
              <a:t>Pohyby myši</a:t>
            </a:r>
          </a:p>
          <a:p>
            <a:pPr marL="864000" lvl="1" indent="-228600" algn="l" rtl="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Arial" panose="020B0604020202020204" pitchFamily="34" charset="0"/>
              <a:buChar char="•"/>
            </a:pPr>
            <a:r>
              <a:rPr lang="en-US" sz="1600" b="0" u="none" strike="noStrike" kern="1200">
                <a:solidFill>
                  <a:schemeClr val="tx1"/>
                </a:solidFill>
                <a:effectLst/>
                <a:uFillTx/>
                <a:latin typeface="+mn-lt"/>
                <a:ea typeface="+mn-ea"/>
                <a:cs typeface="+mn-cs"/>
              </a:rPr>
              <a:t>Lávové lampy (Cloudflare)</a:t>
            </a:r>
          </a:p>
        </p:txBody>
      </p:sp>
      <p:pic>
        <p:nvPicPr>
          <p:cNvPr id="40" name="Obrázek 39" descr="Obsah obrázku interiér, zeď, váza, domácnost&#10;&#10;Obsah generovaný pomocí AI může být nesprávný."/>
          <p:cNvPicPr/>
          <p:nvPr/>
        </p:nvPicPr>
        <p:blipFill>
          <a:blip r:embed="rId3"/>
          <a:srcRect l="11563" r="38382" b="-2"/>
          <a:stretch>
            <a:fillRect/>
          </a:stretch>
        </p:blipFill>
        <p:spPr>
          <a:xfrm>
            <a:off x="5040312" y="10"/>
            <a:ext cx="5045956" cy="567054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49" name="Rectangle 48">
            <a:extLst>
              <a:ext uri="{FF2B5EF4-FFF2-40B4-BE49-F238E27FC236}">
                <a16:creationId xmlns:a16="http://schemas.microsoft.com/office/drawing/2014/main" id="{B712E947-0734-45F9-9C4F-41114EC3A33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1811" y="0"/>
            <a:ext cx="10080625" cy="567055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51" name="Group 50">
            <a:extLst>
              <a:ext uri="{FF2B5EF4-FFF2-40B4-BE49-F238E27FC236}">
                <a16:creationId xmlns:a16="http://schemas.microsoft.com/office/drawing/2014/main" id="{12B3290A-D3BF-4B87-B55B-FD9A98B4972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0"/>
            <a:ext cx="10086437" cy="1303487"/>
            <a:chOff x="0" y="0"/>
            <a:chExt cx="12192002" cy="1576446"/>
          </a:xfrm>
        </p:grpSpPr>
        <p:sp>
          <p:nvSpPr>
            <p:cNvPr id="52" name="Rectangle 51">
              <a:extLst>
                <a:ext uri="{FF2B5EF4-FFF2-40B4-BE49-F238E27FC236}">
                  <a16:creationId xmlns:a16="http://schemas.microsoft.com/office/drawing/2014/main" id="{033A715A-0686-440A-8F40-441B42A6605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10800000" flipH="1">
              <a:off x="2" y="0"/>
              <a:ext cx="12191998" cy="1575955"/>
            </a:xfrm>
            <a:prstGeom prst="rect">
              <a:avLst/>
            </a:prstGeom>
            <a:gradFill>
              <a:gsLst>
                <a:gs pos="0">
                  <a:srgbClr val="000000">
                    <a:alpha val="96000"/>
                  </a:srgbClr>
                </a:gs>
                <a:gs pos="100000">
                  <a:schemeClr val="accent1">
                    <a:lumMod val="75000"/>
                  </a:schemeClr>
                </a:gs>
              </a:gsLst>
              <a:lin ang="84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3" name="Rectangle 52">
              <a:extLst>
                <a:ext uri="{FF2B5EF4-FFF2-40B4-BE49-F238E27FC236}">
                  <a16:creationId xmlns:a16="http://schemas.microsoft.com/office/drawing/2014/main" id="{4761657F-19F2-425B-B7E9-0118CD13C33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16200000">
              <a:off x="5307778" y="-5307778"/>
              <a:ext cx="1576446" cy="12192002"/>
            </a:xfrm>
            <a:prstGeom prst="rect">
              <a:avLst/>
            </a:prstGeom>
            <a:gradFill>
              <a:gsLst>
                <a:gs pos="45000">
                  <a:schemeClr val="accent1">
                    <a:alpha val="0"/>
                  </a:schemeClr>
                </a:gs>
                <a:gs pos="99000">
                  <a:srgbClr val="000000">
                    <a:alpha val="74000"/>
                  </a:srgbClr>
                </a:gs>
              </a:gsLst>
              <a:lin ang="114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54" name="Rectangle 53">
              <a:extLst>
                <a:ext uri="{FF2B5EF4-FFF2-40B4-BE49-F238E27FC236}">
                  <a16:creationId xmlns:a16="http://schemas.microsoft.com/office/drawing/2014/main" id="{E27B6634-79D3-4EDD-A77A-1065D6F3A4F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825434" y="0"/>
              <a:ext cx="4303422" cy="1575461"/>
            </a:xfrm>
            <a:prstGeom prst="rect">
              <a:avLst/>
            </a:prstGeom>
            <a:gradFill>
              <a:gsLst>
                <a:gs pos="0">
                  <a:schemeClr val="accent1">
                    <a:alpha val="17000"/>
                  </a:schemeClr>
                </a:gs>
                <a:gs pos="74000">
                  <a:schemeClr val="accent1">
                    <a:lumMod val="50000"/>
                    <a:alpha val="0"/>
                  </a:schemeClr>
                </a:gs>
              </a:gsLst>
              <a:lin ang="144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41" name="PlaceHolder 1"/>
          <p:cNvSpPr>
            <a:spLocks noGrp="1"/>
          </p:cNvSpPr>
          <p:nvPr>
            <p:ph type="title"/>
          </p:nvPr>
        </p:nvSpPr>
        <p:spPr>
          <a:xfrm>
            <a:off x="1134068" y="264025"/>
            <a:ext cx="7836113" cy="85208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indent="0">
              <a:tabLst>
                <a:tab pos="0" algn="l"/>
              </a:tabLst>
            </a:pPr>
            <a:r>
              <a:rPr lang="en-US" sz="3300" b="0" u="none" strike="noStrike">
                <a:solidFill>
                  <a:srgbClr val="FFFFFF"/>
                </a:solidFill>
                <a:effectLst/>
                <a:uFillTx/>
              </a:rPr>
              <a:t>Grafika</a:t>
            </a:r>
          </a:p>
        </p:txBody>
      </p:sp>
      <p:pic>
        <p:nvPicPr>
          <p:cNvPr id="43" name="Obrázek 42"/>
          <p:cNvPicPr/>
          <p:nvPr/>
        </p:nvPicPr>
        <p:blipFill>
          <a:blip r:embed="rId3"/>
          <a:stretch/>
        </p:blipFill>
        <p:spPr>
          <a:xfrm>
            <a:off x="2744548" y="1695538"/>
            <a:ext cx="2164173" cy="2164173"/>
          </a:xfrm>
          <a:prstGeom prst="rect">
            <a:avLst/>
          </a:prstGeom>
          <a:noFill/>
        </p:spPr>
      </p:pic>
      <p:pic>
        <p:nvPicPr>
          <p:cNvPr id="44" name="Obrázek 43"/>
          <p:cNvPicPr/>
          <p:nvPr/>
        </p:nvPicPr>
        <p:blipFill>
          <a:blip r:embed="rId4"/>
          <a:stretch/>
        </p:blipFill>
        <p:spPr>
          <a:xfrm>
            <a:off x="5182254" y="1714998"/>
            <a:ext cx="2164173" cy="2164173"/>
          </a:xfrm>
          <a:prstGeom prst="rect">
            <a:avLst/>
          </a:prstGeom>
          <a:noFill/>
        </p:spPr>
      </p:pic>
      <p:sp>
        <p:nvSpPr>
          <p:cNvPr id="42" name="PlaceHolder 2"/>
          <p:cNvSpPr>
            <a:spLocks noGrp="1"/>
          </p:cNvSpPr>
          <p:nvPr>
            <p:ph/>
          </p:nvPr>
        </p:nvSpPr>
        <p:spPr>
          <a:xfrm>
            <a:off x="2613903" y="4182695"/>
            <a:ext cx="4876439" cy="114541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marL="432000" indent="-228600"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Arial" panose="020B0604020202020204" pitchFamily="34" charset="0"/>
              <a:buChar char="•"/>
            </a:pPr>
            <a:r>
              <a:rPr lang="en-US" sz="1600" b="0" u="none" strike="noStrike" dirty="0" err="1">
                <a:effectLst/>
                <a:uFillTx/>
                <a:latin typeface="+mn-lt"/>
                <a:ea typeface="+mn-ea"/>
                <a:cs typeface="+mn-cs"/>
              </a:rPr>
              <a:t>Výpočet</a:t>
            </a:r>
            <a:r>
              <a:rPr lang="en-US" sz="1600" b="0" u="none" strike="noStrike" dirty="0">
                <a:effectLst/>
                <a:uFillTx/>
                <a:latin typeface="+mn-lt"/>
                <a:ea typeface="+mn-ea"/>
                <a:cs typeface="+mn-cs"/>
              </a:rPr>
              <a:t> </a:t>
            </a:r>
            <a:r>
              <a:rPr lang="en-US" sz="1600" b="0" u="none" strike="noStrike" dirty="0" err="1">
                <a:effectLst/>
                <a:uFillTx/>
                <a:latin typeface="+mn-lt"/>
                <a:ea typeface="+mn-ea"/>
                <a:cs typeface="+mn-cs"/>
              </a:rPr>
              <a:t>složitých</a:t>
            </a:r>
            <a:r>
              <a:rPr lang="en-US" sz="1600" b="0" u="none" strike="noStrike" dirty="0">
                <a:effectLst/>
                <a:uFillTx/>
                <a:latin typeface="+mn-lt"/>
                <a:ea typeface="+mn-ea"/>
                <a:cs typeface="+mn-cs"/>
              </a:rPr>
              <a:t> </a:t>
            </a:r>
            <a:r>
              <a:rPr lang="en-US" sz="1600" b="0" u="none" strike="noStrike" dirty="0" err="1">
                <a:effectLst/>
                <a:uFillTx/>
                <a:latin typeface="+mn-lt"/>
                <a:ea typeface="+mn-ea"/>
                <a:cs typeface="+mn-cs"/>
              </a:rPr>
              <a:t>jevů</a:t>
            </a:r>
            <a:r>
              <a:rPr lang="en-US" sz="1600" b="0" u="none" strike="noStrike" dirty="0">
                <a:effectLst/>
                <a:uFillTx/>
                <a:latin typeface="+mn-lt"/>
                <a:ea typeface="+mn-ea"/>
                <a:cs typeface="+mn-cs"/>
              </a:rPr>
              <a:t> </a:t>
            </a:r>
            <a:r>
              <a:rPr lang="en-US" sz="1600" b="0" u="none" strike="noStrike" dirty="0" err="1">
                <a:effectLst/>
                <a:uFillTx/>
                <a:latin typeface="+mn-lt"/>
                <a:ea typeface="+mn-ea"/>
                <a:cs typeface="+mn-cs"/>
              </a:rPr>
              <a:t>náhodným</a:t>
            </a:r>
            <a:r>
              <a:rPr lang="en-US" sz="1600" b="0" u="none" strike="noStrike" dirty="0">
                <a:effectLst/>
                <a:uFillTx/>
                <a:latin typeface="+mn-lt"/>
                <a:ea typeface="+mn-ea"/>
                <a:cs typeface="+mn-cs"/>
              </a:rPr>
              <a:t> </a:t>
            </a:r>
            <a:r>
              <a:rPr lang="en-US" sz="1600" b="0" u="none" strike="noStrike" dirty="0" err="1">
                <a:effectLst/>
                <a:uFillTx/>
                <a:latin typeface="+mn-lt"/>
                <a:ea typeface="+mn-ea"/>
                <a:cs typeface="+mn-cs"/>
              </a:rPr>
              <a:t>vzorkováním</a:t>
            </a:r>
            <a:endParaRPr lang="en-US" sz="1600" b="0" u="none" strike="noStrike" dirty="0">
              <a:effectLst/>
              <a:uFillTx/>
              <a:latin typeface="+mn-lt"/>
              <a:ea typeface="+mn-ea"/>
              <a:cs typeface="+mn-cs"/>
            </a:endParaRPr>
          </a:p>
          <a:p>
            <a:pPr marL="432000" indent="-228600"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Arial" panose="020B0604020202020204" pitchFamily="34" charset="0"/>
              <a:buChar char="•"/>
            </a:pPr>
            <a:r>
              <a:rPr lang="en-US" sz="1600" b="0" u="none" strike="noStrike" dirty="0" err="1">
                <a:effectLst/>
                <a:uFillTx/>
                <a:latin typeface="+mn-lt"/>
                <a:ea typeface="+mn-ea"/>
                <a:cs typeface="+mn-cs"/>
              </a:rPr>
              <a:t>Metoda</a:t>
            </a:r>
            <a:r>
              <a:rPr lang="en-US" sz="1600" b="0" u="none" strike="noStrike" dirty="0">
                <a:effectLst/>
                <a:uFillTx/>
                <a:latin typeface="+mn-lt"/>
                <a:ea typeface="+mn-ea"/>
                <a:cs typeface="+mn-cs"/>
              </a:rPr>
              <a:t> Monte Carlo (</a:t>
            </a:r>
            <a:r>
              <a:rPr lang="en-US" sz="1600" b="0" u="none" strike="noStrike" dirty="0" err="1">
                <a:effectLst/>
                <a:uFillTx/>
                <a:latin typeface="+mn-lt"/>
                <a:ea typeface="+mn-ea"/>
                <a:cs typeface="+mn-cs"/>
              </a:rPr>
              <a:t>optimalizace</a:t>
            </a:r>
            <a:r>
              <a:rPr lang="en-US" sz="1600" b="0" u="none" strike="noStrike" dirty="0">
                <a:effectLst/>
                <a:uFillTx/>
                <a:latin typeface="+mn-lt"/>
                <a:ea typeface="+mn-ea"/>
                <a:cs typeface="+mn-cs"/>
              </a:rPr>
              <a:t> </a:t>
            </a:r>
            <a:r>
              <a:rPr lang="en-US" sz="1600" b="0" u="none" strike="noStrike" dirty="0" err="1">
                <a:effectLst/>
                <a:uFillTx/>
                <a:latin typeface="+mn-lt"/>
                <a:ea typeface="+mn-ea"/>
                <a:cs typeface="+mn-cs"/>
              </a:rPr>
              <a:t>výpočtů</a:t>
            </a:r>
            <a:r>
              <a:rPr lang="en-US" sz="1600" b="0" u="none" strike="noStrike" dirty="0">
                <a:effectLst/>
                <a:uFillTx/>
                <a:latin typeface="+mn-lt"/>
                <a:ea typeface="+mn-ea"/>
                <a:cs typeface="+mn-cs"/>
              </a:rPr>
              <a:t>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52" name="Rectangle 51">
            <a:extLst>
              <a:ext uri="{FF2B5EF4-FFF2-40B4-BE49-F238E27FC236}">
                <a16:creationId xmlns:a16="http://schemas.microsoft.com/office/drawing/2014/main" id="{BACC6370-2D7E-4714-9D71-7542949D7D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0080625" cy="567055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F68B3F68-107C-434F-AA38-110D5EA91B8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1" y="0"/>
            <a:ext cx="10080624" cy="1303081"/>
          </a:xfrm>
          <a:prstGeom prst="rect">
            <a:avLst/>
          </a:prstGeom>
          <a:gradFill>
            <a:gsLst>
              <a:gs pos="0">
                <a:srgbClr val="000000">
                  <a:alpha val="96000"/>
                </a:srgbClr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AAD0DBB9-1A4B-4391-81D4-CB19F9AB91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6721125" y="0"/>
            <a:ext cx="3359500" cy="1303459"/>
          </a:xfrm>
          <a:prstGeom prst="rect">
            <a:avLst/>
          </a:prstGeom>
          <a:gradFill>
            <a:gsLst>
              <a:gs pos="19000">
                <a:schemeClr val="accent1">
                  <a:lumMod val="50000"/>
                  <a:alpha val="68000"/>
                </a:schemeClr>
              </a:gs>
              <a:gs pos="100000">
                <a:schemeClr val="accent1">
                  <a:alpha val="79000"/>
                </a:schemeClr>
              </a:gs>
            </a:gsLst>
            <a:lin ang="19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063BBA22-50EA-4C4D-BE05-F1CE4E63AA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4388569" y="-4388570"/>
            <a:ext cx="1303487" cy="10080627"/>
          </a:xfrm>
          <a:prstGeom prst="rect">
            <a:avLst/>
          </a:prstGeom>
          <a:gradFill>
            <a:gsLst>
              <a:gs pos="23000">
                <a:schemeClr val="accent1">
                  <a:alpha val="0"/>
                </a:schemeClr>
              </a:gs>
              <a:gs pos="99000">
                <a:srgbClr val="000000">
                  <a:alpha val="74000"/>
                </a:srgbClr>
              </a:gs>
            </a:gsLst>
            <a:lin ang="20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5" name="PlaceHolder 1"/>
          <p:cNvSpPr>
            <a:spLocks noGrp="1"/>
          </p:cNvSpPr>
          <p:nvPr>
            <p:ph type="title"/>
          </p:nvPr>
        </p:nvSpPr>
        <p:spPr>
          <a:xfrm>
            <a:off x="1134067" y="288459"/>
            <a:ext cx="8304629" cy="72575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indent="0">
              <a:tabLst>
                <a:tab pos="0" algn="l"/>
              </a:tabLst>
            </a:pPr>
            <a:r>
              <a:rPr lang="en-US" sz="3300" b="0" u="none" strike="noStrike" kern="1200">
                <a:solidFill>
                  <a:srgbClr val="FFFFFF"/>
                </a:solidFill>
                <a:effectLst/>
                <a:uFillTx/>
                <a:latin typeface="+mj-lt"/>
                <a:ea typeface="+mj-ea"/>
                <a:cs typeface="+mj-cs"/>
              </a:rPr>
              <a:t>Videohry</a:t>
            </a:r>
          </a:p>
        </p:txBody>
      </p:sp>
      <p:graphicFrame>
        <p:nvGraphicFramePr>
          <p:cNvPr id="48" name="PlaceHolder 2">
            <a:extLst>
              <a:ext uri="{FF2B5EF4-FFF2-40B4-BE49-F238E27FC236}">
                <a16:creationId xmlns:a16="http://schemas.microsoft.com/office/drawing/2014/main" id="{29A35F0F-9B4B-78E3-EDB7-EFDC6060A02B}"/>
              </a:ext>
            </a:extLst>
          </p:cNvPr>
          <p:cNvGraphicFramePr>
            <a:graphicFrameLocks noGrp="1"/>
          </p:cNvGraphicFramePr>
          <p:nvPr>
            <p:ph/>
            <p:extLst>
              <p:ext uri="{D42A27DB-BD31-4B8C-83A1-F6EECF244321}">
                <p14:modId xmlns:p14="http://schemas.microsoft.com/office/powerpoint/2010/main" val="3858065020"/>
              </p:ext>
            </p:extLst>
          </p:nvPr>
        </p:nvGraphicFramePr>
        <p:xfrm>
          <a:off x="532520" y="1746789"/>
          <a:ext cx="9035379" cy="3466829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54" name="Rectangle 53">
            <a:extLst>
              <a:ext uri="{FF2B5EF4-FFF2-40B4-BE49-F238E27FC236}">
                <a16:creationId xmlns:a16="http://schemas.microsoft.com/office/drawing/2014/main" id="{BACC6370-2D7E-4714-9D71-7542949D7D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0080625" cy="567055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F68B3F68-107C-434F-AA38-110D5EA91B8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1" y="0"/>
            <a:ext cx="10080624" cy="1303081"/>
          </a:xfrm>
          <a:prstGeom prst="rect">
            <a:avLst/>
          </a:prstGeom>
          <a:gradFill>
            <a:gsLst>
              <a:gs pos="0">
                <a:srgbClr val="000000">
                  <a:alpha val="96000"/>
                </a:srgbClr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AAD0DBB9-1A4B-4391-81D4-CB19F9AB91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6721125" y="0"/>
            <a:ext cx="3359500" cy="1303459"/>
          </a:xfrm>
          <a:prstGeom prst="rect">
            <a:avLst/>
          </a:prstGeom>
          <a:gradFill>
            <a:gsLst>
              <a:gs pos="19000">
                <a:schemeClr val="accent1">
                  <a:lumMod val="50000"/>
                  <a:alpha val="68000"/>
                </a:schemeClr>
              </a:gs>
              <a:gs pos="100000">
                <a:schemeClr val="accent1">
                  <a:alpha val="79000"/>
                </a:schemeClr>
              </a:gs>
            </a:gsLst>
            <a:lin ang="19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063BBA22-50EA-4C4D-BE05-F1CE4E63AA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4388569" y="-4388570"/>
            <a:ext cx="1303487" cy="10080627"/>
          </a:xfrm>
          <a:prstGeom prst="rect">
            <a:avLst/>
          </a:prstGeom>
          <a:gradFill>
            <a:gsLst>
              <a:gs pos="23000">
                <a:schemeClr val="accent1">
                  <a:alpha val="0"/>
                </a:schemeClr>
              </a:gs>
              <a:gs pos="99000">
                <a:srgbClr val="000000">
                  <a:alpha val="74000"/>
                </a:srgbClr>
              </a:gs>
            </a:gsLst>
            <a:lin ang="20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7" name="PlaceHolder 1"/>
          <p:cNvSpPr>
            <a:spLocks noGrp="1"/>
          </p:cNvSpPr>
          <p:nvPr>
            <p:ph type="title"/>
          </p:nvPr>
        </p:nvSpPr>
        <p:spPr>
          <a:xfrm>
            <a:off x="1134067" y="288459"/>
            <a:ext cx="8304629" cy="72575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indent="0">
              <a:tabLst>
                <a:tab pos="0" algn="l"/>
              </a:tabLst>
            </a:pPr>
            <a:r>
              <a:rPr lang="en-US" sz="3300" b="0" u="none" strike="noStrike" kern="1200">
                <a:solidFill>
                  <a:srgbClr val="FFFFFF"/>
                </a:solidFill>
                <a:effectLst/>
                <a:uFillTx/>
                <a:latin typeface="+mj-lt"/>
                <a:ea typeface="+mj-ea"/>
                <a:cs typeface="+mj-cs"/>
              </a:rPr>
              <a:t>… a další</a:t>
            </a:r>
          </a:p>
        </p:txBody>
      </p:sp>
      <p:graphicFrame>
        <p:nvGraphicFramePr>
          <p:cNvPr id="50" name="PlaceHolder 2">
            <a:extLst>
              <a:ext uri="{FF2B5EF4-FFF2-40B4-BE49-F238E27FC236}">
                <a16:creationId xmlns:a16="http://schemas.microsoft.com/office/drawing/2014/main" id="{47904DF7-FEC9-8AD6-EF7D-04F16CDB1790}"/>
              </a:ext>
            </a:extLst>
          </p:cNvPr>
          <p:cNvGraphicFramePr>
            <a:graphicFrameLocks noGrp="1"/>
          </p:cNvGraphicFramePr>
          <p:nvPr>
            <p:ph/>
            <p:extLst>
              <p:ext uri="{D42A27DB-BD31-4B8C-83A1-F6EECF244321}">
                <p14:modId xmlns:p14="http://schemas.microsoft.com/office/powerpoint/2010/main" val="2765696352"/>
              </p:ext>
            </p:extLst>
          </p:nvPr>
        </p:nvGraphicFramePr>
        <p:xfrm>
          <a:off x="532520" y="1746789"/>
          <a:ext cx="9035379" cy="3466829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56" name="Rectangle 55">
            <a:extLst>
              <a:ext uri="{FF2B5EF4-FFF2-40B4-BE49-F238E27FC236}">
                <a16:creationId xmlns:a16="http://schemas.microsoft.com/office/drawing/2014/main" id="{BACC6370-2D7E-4714-9D71-7542949D7D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0080625" cy="567055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F68B3F68-107C-434F-AA38-110D5EA91B8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1" y="0"/>
            <a:ext cx="10080624" cy="1303081"/>
          </a:xfrm>
          <a:prstGeom prst="rect">
            <a:avLst/>
          </a:prstGeom>
          <a:gradFill>
            <a:gsLst>
              <a:gs pos="0">
                <a:srgbClr val="000000">
                  <a:alpha val="96000"/>
                </a:srgbClr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AAD0DBB9-1A4B-4391-81D4-CB19F9AB91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6721125" y="0"/>
            <a:ext cx="3359500" cy="1303459"/>
          </a:xfrm>
          <a:prstGeom prst="rect">
            <a:avLst/>
          </a:prstGeom>
          <a:gradFill>
            <a:gsLst>
              <a:gs pos="19000">
                <a:schemeClr val="accent1">
                  <a:lumMod val="50000"/>
                  <a:alpha val="68000"/>
                </a:schemeClr>
              </a:gs>
              <a:gs pos="100000">
                <a:schemeClr val="accent1">
                  <a:alpha val="79000"/>
                </a:schemeClr>
              </a:gs>
            </a:gsLst>
            <a:lin ang="19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2" name="Rectangle 61">
            <a:extLst>
              <a:ext uri="{FF2B5EF4-FFF2-40B4-BE49-F238E27FC236}">
                <a16:creationId xmlns:a16="http://schemas.microsoft.com/office/drawing/2014/main" id="{063BBA22-50EA-4C4D-BE05-F1CE4E63AA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4388569" y="-4388570"/>
            <a:ext cx="1303487" cy="10080627"/>
          </a:xfrm>
          <a:prstGeom prst="rect">
            <a:avLst/>
          </a:prstGeom>
          <a:gradFill>
            <a:gsLst>
              <a:gs pos="23000">
                <a:schemeClr val="accent1">
                  <a:alpha val="0"/>
                </a:schemeClr>
              </a:gs>
              <a:gs pos="99000">
                <a:srgbClr val="000000">
                  <a:alpha val="74000"/>
                </a:srgbClr>
              </a:gs>
            </a:gsLst>
            <a:lin ang="20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9" name="PlaceHolder 1"/>
          <p:cNvSpPr>
            <a:spLocks noGrp="1"/>
          </p:cNvSpPr>
          <p:nvPr>
            <p:ph type="title"/>
          </p:nvPr>
        </p:nvSpPr>
        <p:spPr>
          <a:xfrm>
            <a:off x="1134067" y="288459"/>
            <a:ext cx="8304629" cy="72575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indent="0">
              <a:tabLst>
                <a:tab pos="0" algn="l"/>
              </a:tabLst>
            </a:pPr>
            <a:r>
              <a:rPr lang="en-US" sz="3300" b="0" u="none" strike="noStrike" kern="1200">
                <a:solidFill>
                  <a:srgbClr val="FFFFFF"/>
                </a:solidFill>
                <a:effectLst/>
                <a:uFillTx/>
                <a:latin typeface="+mj-lt"/>
                <a:ea typeface="+mj-ea"/>
                <a:cs typeface="+mj-cs"/>
              </a:rPr>
              <a:t>Lidské vnímání náhodnosti</a:t>
            </a:r>
          </a:p>
        </p:txBody>
      </p:sp>
      <p:graphicFrame>
        <p:nvGraphicFramePr>
          <p:cNvPr id="52" name="PlaceHolder 2">
            <a:extLst>
              <a:ext uri="{FF2B5EF4-FFF2-40B4-BE49-F238E27FC236}">
                <a16:creationId xmlns:a16="http://schemas.microsoft.com/office/drawing/2014/main" id="{0208B61E-1EF1-7211-44EC-A62F1F8C32BB}"/>
              </a:ext>
            </a:extLst>
          </p:cNvPr>
          <p:cNvGraphicFramePr>
            <a:graphicFrameLocks noGrp="1"/>
          </p:cNvGraphicFramePr>
          <p:nvPr>
            <p:ph/>
            <p:extLst>
              <p:ext uri="{D42A27DB-BD31-4B8C-83A1-F6EECF244321}">
                <p14:modId xmlns:p14="http://schemas.microsoft.com/office/powerpoint/2010/main" val="4286574736"/>
              </p:ext>
            </p:extLst>
          </p:nvPr>
        </p:nvGraphicFramePr>
        <p:xfrm>
          <a:off x="532520" y="1746789"/>
          <a:ext cx="9035379" cy="3466829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58" name="Slide Background">
            <a:extLst>
              <a:ext uri="{FF2B5EF4-FFF2-40B4-BE49-F238E27FC236}">
                <a16:creationId xmlns:a16="http://schemas.microsoft.com/office/drawing/2014/main" id="{C0763A76-9F1C-4FC5-82B7-DD475DA461B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0" y="0"/>
            <a:ext cx="10080623" cy="567055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sp useBgFill="1">
        <p:nvSpPr>
          <p:cNvPr id="60" name="Rectangle 59">
            <a:extLst>
              <a:ext uri="{FF2B5EF4-FFF2-40B4-BE49-F238E27FC236}">
                <a16:creationId xmlns:a16="http://schemas.microsoft.com/office/drawing/2014/main" id="{E81BF4F6-F2CF-4984-9D14-D6966D92F9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7046554" cy="1890182"/>
          </a:xfrm>
          <a:prstGeom prst="rect">
            <a:avLst/>
          </a:prstGeom>
          <a:ln>
            <a:noFill/>
          </a:ln>
          <a:effectLst>
            <a:outerShdw blurRad="596900" dist="304800" dir="7140000" sx="90000" sy="90000" algn="t" rotWithShape="0">
              <a:srgbClr val="000000">
                <a:alpha val="15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1" name="PlaceHolder 1"/>
          <p:cNvSpPr>
            <a:spLocks noGrp="1"/>
          </p:cNvSpPr>
          <p:nvPr>
            <p:ph type="title"/>
          </p:nvPr>
        </p:nvSpPr>
        <p:spPr>
          <a:xfrm>
            <a:off x="629876" y="289560"/>
            <a:ext cx="3842166" cy="134323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indent="0">
              <a:spcAft>
                <a:spcPts val="992"/>
              </a:spcAft>
              <a:tabLst>
                <a:tab pos="0" algn="l"/>
              </a:tabLst>
            </a:pPr>
            <a:r>
              <a:rPr lang="en-US" sz="3300" b="0" u="none" strike="noStrike">
                <a:effectLst/>
                <a:uFillTx/>
              </a:rPr>
              <a:t>Paradox stroje</a:t>
            </a:r>
          </a:p>
        </p:txBody>
      </p:sp>
      <p:sp>
        <p:nvSpPr>
          <p:cNvPr id="52" name="PlaceHolder 2"/>
          <p:cNvSpPr>
            <a:spLocks noGrp="1"/>
          </p:cNvSpPr>
          <p:nvPr>
            <p:ph/>
          </p:nvPr>
        </p:nvSpPr>
        <p:spPr>
          <a:xfrm>
            <a:off x="629875" y="2268220"/>
            <a:ext cx="3842167" cy="298753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432000" indent="-228600"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Arial" panose="020B0604020202020204" pitchFamily="34" charset="0"/>
              <a:buChar char="•"/>
            </a:pPr>
            <a:r>
              <a:rPr lang="en-US" sz="1600" b="0" u="none" strike="noStrike">
                <a:effectLst/>
                <a:uFillTx/>
                <a:latin typeface="+mn-lt"/>
                <a:ea typeface="+mn-ea"/>
                <a:cs typeface="+mn-cs"/>
              </a:rPr>
              <a:t>Počítače náhodu nevlastní, ale skvěle ji imitují.</a:t>
            </a:r>
          </a:p>
          <a:p>
            <a:pPr marL="432000" indent="-228600"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Arial" panose="020B0604020202020204" pitchFamily="34" charset="0"/>
              <a:buChar char="•"/>
            </a:pPr>
            <a:r>
              <a:rPr lang="en-US" sz="1600" b="0" u="none" strike="noStrike">
                <a:effectLst/>
                <a:uFillTx/>
                <a:latin typeface="+mn-lt"/>
                <a:ea typeface="+mn-ea"/>
                <a:cs typeface="+mn-cs"/>
              </a:rPr>
              <a:t>Budoucnost: Kvantové čipy jako zdroj absolutní náhody.</a:t>
            </a:r>
          </a:p>
          <a:p>
            <a:pPr marL="432000" indent="-228600"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Arial" panose="020B0604020202020204" pitchFamily="34" charset="0"/>
              <a:buChar char="•"/>
            </a:pPr>
            <a:r>
              <a:rPr lang="en-US" sz="1600" b="0" u="none" strike="noStrike">
                <a:effectLst/>
                <a:uFillTx/>
                <a:latin typeface="+mn-lt"/>
                <a:ea typeface="+mn-ea"/>
                <a:cs typeface="+mn-cs"/>
              </a:rPr>
              <a:t>Náhoda není chybou ale spojením s realitou</a:t>
            </a:r>
          </a:p>
        </p:txBody>
      </p:sp>
      <p:pic>
        <p:nvPicPr>
          <p:cNvPr id="54" name="Picture 53" descr="Deska s elektronickými obvody">
            <a:extLst>
              <a:ext uri="{FF2B5EF4-FFF2-40B4-BE49-F238E27FC236}">
                <a16:creationId xmlns:a16="http://schemas.microsoft.com/office/drawing/2014/main" id="{0A1C5CFD-A07E-8756-245C-0058D676AE14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36216" r="4386"/>
          <a:stretch>
            <a:fillRect/>
          </a:stretch>
        </p:blipFill>
        <p:spPr>
          <a:xfrm>
            <a:off x="5040312" y="10"/>
            <a:ext cx="5045956" cy="567054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1B15ED52-F352-441B-82BF-E0EA34836D0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0080625" cy="567055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3B2E3793-BFE6-45A2-9B7B-E18844431C9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0" y="0"/>
            <a:ext cx="10080622" cy="1315307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BC4C4868-CB8F-4AF9-9CDB-8108F2C19B6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-2" y="0"/>
            <a:ext cx="6709920" cy="1315307"/>
          </a:xfrm>
          <a:prstGeom prst="rect">
            <a:avLst/>
          </a:prstGeom>
          <a:gradFill>
            <a:gsLst>
              <a:gs pos="20000">
                <a:schemeClr val="accent1">
                  <a:alpha val="0"/>
                </a:schemeClr>
              </a:gs>
              <a:gs pos="100000">
                <a:schemeClr val="accent1">
                  <a:lumMod val="50000"/>
                  <a:alpha val="55000"/>
                </a:schemeClr>
              </a:gs>
            </a:gsLst>
            <a:lin ang="13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375E0459-6403-40CD-989D-56A4407CA12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6709915" y="0"/>
            <a:ext cx="3370707" cy="1315307"/>
          </a:xfrm>
          <a:prstGeom prst="rect">
            <a:avLst/>
          </a:prstGeom>
          <a:gradFill>
            <a:gsLst>
              <a:gs pos="0">
                <a:schemeClr val="accent1">
                  <a:alpha val="66000"/>
                </a:schemeClr>
              </a:gs>
              <a:gs pos="100000">
                <a:srgbClr val="000000">
                  <a:alpha val="30000"/>
                </a:srgb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53E5B1A8-3AC9-4BD1-9BBC-78CA94F2D1B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79801" y="0"/>
            <a:ext cx="9700820" cy="1320839"/>
          </a:xfrm>
          <a:prstGeom prst="rect">
            <a:avLst/>
          </a:prstGeom>
          <a:gradFill>
            <a:gsLst>
              <a:gs pos="50000">
                <a:srgbClr val="000000">
                  <a:alpha val="0"/>
                </a:srgbClr>
              </a:gs>
              <a:gs pos="99000">
                <a:schemeClr val="accent1">
                  <a:lumMod val="50000"/>
                  <a:alpha val="52000"/>
                </a:schemeClr>
              </a:gs>
            </a:gsLst>
            <a:lin ang="16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Nadpis 1">
            <a:extLst>
              <a:ext uri="{FF2B5EF4-FFF2-40B4-BE49-F238E27FC236}">
                <a16:creationId xmlns:a16="http://schemas.microsoft.com/office/drawing/2014/main" id="{17011113-12D1-893B-014C-1928BF04F4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34069" y="243539"/>
            <a:ext cx="8182199" cy="854691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z="3300" kern="120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Zdroje:</a:t>
            </a:r>
          </a:p>
        </p:txBody>
      </p:sp>
      <p:sp>
        <p:nvSpPr>
          <p:cNvPr id="3" name="Zástupný text 2">
            <a:extLst>
              <a:ext uri="{FF2B5EF4-FFF2-40B4-BE49-F238E27FC236}">
                <a16:creationId xmlns:a16="http://schemas.microsoft.com/office/drawing/2014/main" id="{7126CCC2-2576-40A5-408E-8C97D96FBCCE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1134069" y="1916805"/>
            <a:ext cx="8040052" cy="3045591"/>
          </a:xfrm>
        </p:spPr>
        <p:txBody>
          <a:bodyPr vert="horz" lIns="91440" tIns="45720" rIns="91440" bIns="45720" rtlCol="0" anchor="ctr">
            <a:normAutofit fontScale="92500" lnSpcReduction="10000"/>
          </a:bodyPr>
          <a:lstStyle/>
          <a:p>
            <a:pPr marL="342900" indent="-22860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200">
                <a:latin typeface="+mn-lt"/>
                <a:ea typeface="+mn-ea"/>
                <a:cs typeface="+mn-cs"/>
              </a:rPr>
              <a:t>Ingram, B. (n.d.). Chapter 13: Ray Tracing. In Computer Graphics and Visualisation. University of the Witwatersrand. Retrieved from </a:t>
            </a:r>
            <a:r>
              <a:rPr lang="en-US" sz="1200">
                <a:latin typeface="+mn-lt"/>
                <a:ea typeface="+mn-ea"/>
                <a:cs typeface="+mn-cs"/>
                <a:hlinkClick r:id="rId3" tooltip="https://courses.ms.wits.ac.za/~branden/CGV/_book/tracing.html"/>
              </a:rPr>
              <a:t>https://courses.ms.wits.ac.za/~branden/CGV/_book/tracing.html</a:t>
            </a:r>
            <a:endParaRPr lang="en-US" sz="1200">
              <a:latin typeface="+mn-lt"/>
              <a:ea typeface="+mn-ea"/>
              <a:cs typeface="+mn-cs"/>
            </a:endParaRPr>
          </a:p>
          <a:p>
            <a:pPr marL="342900" indent="-228600" fontAlgn="base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200">
                <a:latin typeface="+mn-lt"/>
                <a:ea typeface="+mn-ea"/>
                <a:cs typeface="+mn-cs"/>
              </a:rPr>
              <a:t>Brubaker, B. (2023, April 3). How randomness improves algorithms. Quanta Magazine. Retrieved from </a:t>
            </a:r>
            <a:r>
              <a:rPr lang="en-US" sz="1200">
                <a:latin typeface="+mn-lt"/>
                <a:ea typeface="+mn-ea"/>
                <a:cs typeface="+mn-cs"/>
                <a:hlinkClick r:id="rId4" tooltip="https://www.quantamagazine.org/how-randomness-improves-algorithms-20230403/"/>
              </a:rPr>
              <a:t>https://www.quantamagazine.org/how-randomness-improves-algorithms-20230403/</a:t>
            </a:r>
            <a:endParaRPr lang="en-US" sz="1200">
              <a:latin typeface="+mn-lt"/>
              <a:ea typeface="+mn-ea"/>
              <a:cs typeface="+mn-cs"/>
            </a:endParaRPr>
          </a:p>
          <a:p>
            <a:pPr marL="342900" indent="-228600" fontAlgn="base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200">
                <a:latin typeface="+mn-lt"/>
                <a:ea typeface="+mn-ea"/>
                <a:cs typeface="+mn-cs"/>
              </a:rPr>
              <a:t>When Random Isn't Random Enough: Lessons from an Online Poker Exploit [Comment thread]. (2014, February 9). Hacker News. Retrieved from </a:t>
            </a:r>
            <a:r>
              <a:rPr lang="en-US" sz="1200">
                <a:latin typeface="+mn-lt"/>
                <a:ea typeface="+mn-ea"/>
                <a:cs typeface="+mn-cs"/>
                <a:hlinkClick r:id="rId5" tooltip="https://news.ycombinator.com/item?id=7207851"/>
              </a:rPr>
              <a:t>https://news.ycombinator.com/item?id=7207851</a:t>
            </a:r>
            <a:endParaRPr lang="en-US" sz="1200">
              <a:latin typeface="+mn-lt"/>
              <a:ea typeface="+mn-ea"/>
              <a:cs typeface="+mn-cs"/>
            </a:endParaRPr>
          </a:p>
          <a:p>
            <a:pPr marL="342900" indent="-228600" fontAlgn="base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200">
                <a:latin typeface="+mn-lt"/>
                <a:ea typeface="+mn-ea"/>
                <a:cs typeface="+mn-cs"/>
              </a:rPr>
              <a:t>Gronchi, G., &amp; Sloman, S. A. (2021). Regular and random judgements are not two sides of the same coin: Both representativeness and encoding play a role in randomness perception. Psychonomic Bulletin &amp; Review. PMC8500893. Retrieved from </a:t>
            </a:r>
            <a:r>
              <a:rPr lang="en-US" sz="1200" u="sng">
                <a:latin typeface="+mn-lt"/>
                <a:ea typeface="+mn-ea"/>
                <a:cs typeface="+mn-cs"/>
                <a:hlinkClick r:id="rId6" tooltip="https://pmc.ncbi.nlm.nih.gov/articles/PMC8500893/"/>
              </a:rPr>
              <a:t>https://pmc.ncbi.nlm.nih.gov/articles/PMC8500893/</a:t>
            </a:r>
            <a:endParaRPr lang="en-US" sz="1200" u="sng">
              <a:latin typeface="+mn-lt"/>
              <a:ea typeface="+mn-ea"/>
              <a:cs typeface="+mn-cs"/>
            </a:endParaRPr>
          </a:p>
          <a:p>
            <a:pPr marL="342900" indent="-228600" fontAlgn="base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200">
                <a:latin typeface="+mn-lt"/>
                <a:ea typeface="+mn-ea"/>
                <a:cs typeface="+mn-cs"/>
              </a:rPr>
              <a:t>Aigner, F. (2018, January 17). Life is a game of chance: The remarkable power of randomness [Video]. TEDxRWTHAachen. Retrieved from </a:t>
            </a:r>
            <a:r>
              <a:rPr lang="en-US" sz="1200">
                <a:latin typeface="+mn-lt"/>
                <a:ea typeface="+mn-ea"/>
                <a:cs typeface="+mn-cs"/>
                <a:hlinkClick r:id="rId7" tooltip="https://www.ted.com/talks/florian_aigner_life_is_a_game_of_chance_the_remarkable_power_of_randomness"/>
              </a:rPr>
              <a:t>https://www.ted.com/talks/florian_aigner_life_is_a_game_of_chance_the_remarkable_power_of_randomness</a:t>
            </a:r>
            <a:endParaRPr lang="en-US" sz="1200">
              <a:latin typeface="+mn-lt"/>
              <a:ea typeface="+mn-ea"/>
              <a:cs typeface="+mn-cs"/>
            </a:endParaRPr>
          </a:p>
          <a:p>
            <a:pPr marL="342900" indent="-228600" fontAlgn="base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200">
                <a:latin typeface="+mn-lt"/>
                <a:ea typeface="+mn-ea"/>
                <a:cs typeface="+mn-cs"/>
              </a:rPr>
              <a:t>Peringer, P., Dr. Ing., &amp; Hrubý, M., Ing. PhD. (2022, September 15). Modelování a simulace. Vysoké učení technické v Brně, Fakulta informačních technologií.</a:t>
            </a:r>
          </a:p>
        </p:txBody>
      </p:sp>
    </p:spTree>
    <p:extLst>
      <p:ext uri="{BB962C8B-B14F-4D97-AF65-F5344CB8AC3E}">
        <p14:creationId xmlns:p14="http://schemas.microsoft.com/office/powerpoint/2010/main" val="94280922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577D6B2E-37A3-429E-A37C-F30ED648728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0080625" cy="567055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5CEAD642-85CF-4750-8432-7C80C901F00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>
            <a:off x="-9692" y="0"/>
            <a:ext cx="10108697" cy="5678876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4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FA33EEAE-15D5-4119-8C1E-89D943F911E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365421" y="-2"/>
            <a:ext cx="9733582" cy="5678879"/>
          </a:xfrm>
          <a:prstGeom prst="rect">
            <a:avLst/>
          </a:prstGeom>
          <a:gradFill>
            <a:gsLst>
              <a:gs pos="21000">
                <a:schemeClr val="accent1">
                  <a:lumMod val="50000"/>
                  <a:alpha val="83000"/>
                </a:schemeClr>
              </a:gs>
              <a:gs pos="100000">
                <a:schemeClr val="accent1">
                  <a:alpha val="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730D8B3B-9B80-4025-B934-26DC7D7CD23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>
            <a:off x="-12567" y="0"/>
            <a:ext cx="2995887" cy="5678878"/>
          </a:xfrm>
          <a:prstGeom prst="rect">
            <a:avLst/>
          </a:prstGeom>
          <a:gradFill>
            <a:gsLst>
              <a:gs pos="0">
                <a:schemeClr val="accent1">
                  <a:lumMod val="75000"/>
                  <a:alpha val="0"/>
                </a:schemeClr>
              </a:gs>
              <a:gs pos="99000">
                <a:srgbClr val="000000">
                  <a:alpha val="41000"/>
                </a:srgb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1064D5D5-227B-4F66-9AEA-46F570E793B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13125" y="-2"/>
            <a:ext cx="10115004" cy="5678880"/>
          </a:xfrm>
          <a:prstGeom prst="rect">
            <a:avLst/>
          </a:prstGeom>
          <a:gradFill>
            <a:gsLst>
              <a:gs pos="3000">
                <a:schemeClr val="accent1">
                  <a:lumMod val="75000"/>
                  <a:alpha val="0"/>
                </a:schemeClr>
              </a:gs>
              <a:gs pos="100000">
                <a:srgbClr val="000000">
                  <a:alpha val="73000"/>
                </a:srgbClr>
              </a:gs>
            </a:gsLst>
            <a:lin ang="17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646B67A4-D328-4747-A82B-65E84FA4636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3707651" y="-712476"/>
            <a:ext cx="5673800" cy="7108907"/>
          </a:xfrm>
          <a:prstGeom prst="rect">
            <a:avLst/>
          </a:prstGeom>
          <a:gradFill>
            <a:gsLst>
              <a:gs pos="3000">
                <a:schemeClr val="accent1">
                  <a:lumMod val="75000"/>
                  <a:alpha val="0"/>
                </a:schemeClr>
              </a:gs>
              <a:gs pos="100000">
                <a:srgbClr val="000000">
                  <a:alpha val="27000"/>
                </a:srgbClr>
              </a:gs>
            </a:gsLst>
            <a:lin ang="13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B5A1B09C-1565-46F8-B70F-621C5EB48A0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993193">
            <a:off x="981344" y="900554"/>
            <a:ext cx="4107414" cy="4124515"/>
          </a:xfrm>
          <a:prstGeom prst="ellipse">
            <a:avLst/>
          </a:prstGeom>
          <a:gradFill>
            <a:gsLst>
              <a:gs pos="0">
                <a:schemeClr val="accent1">
                  <a:alpha val="26000"/>
                </a:schemeClr>
              </a:gs>
              <a:gs pos="85000">
                <a:schemeClr val="accent1">
                  <a:lumMod val="60000"/>
                  <a:lumOff val="40000"/>
                  <a:alpha val="0"/>
                </a:schemeClr>
              </a:gs>
            </a:gsLst>
            <a:lin ang="14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Nadpis 1">
            <a:extLst>
              <a:ext uri="{FF2B5EF4-FFF2-40B4-BE49-F238E27FC236}">
                <a16:creationId xmlns:a16="http://schemas.microsoft.com/office/drawing/2014/main" id="{C3250B1F-DC7D-F0DC-1913-836BEE29AE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41705" y="677178"/>
            <a:ext cx="5551867" cy="2628305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3900" kern="120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Konec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8C516CC8-80AC-446C-A56E-9F54B721040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2" y="3712655"/>
            <a:ext cx="10101882" cy="1966223"/>
          </a:xfrm>
          <a:prstGeom prst="rect">
            <a:avLst/>
          </a:prstGeom>
          <a:gradFill>
            <a:gsLst>
              <a:gs pos="0">
                <a:schemeClr val="accent1">
                  <a:lumMod val="75000"/>
                  <a:alpha val="50000"/>
                </a:schemeClr>
              </a:gs>
              <a:gs pos="99000">
                <a:srgbClr val="000000">
                  <a:alpha val="34000"/>
                </a:srgb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Zástupný text 2">
            <a:extLst>
              <a:ext uri="{FF2B5EF4-FFF2-40B4-BE49-F238E27FC236}">
                <a16:creationId xmlns:a16="http://schemas.microsoft.com/office/drawing/2014/main" id="{782D78B4-9ED9-4DA3-63A6-646EA24B34DB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3543264" y="4101979"/>
            <a:ext cx="5833974" cy="891391"/>
          </a:xfrm>
        </p:spPr>
        <p:txBody>
          <a:bodyPr vert="horz" lIns="91440" tIns="45720" rIns="91440" bIns="45720" rtlCol="0">
            <a:normAutofit/>
          </a:bodyPr>
          <a:lstStyle/>
          <a:p>
            <a:pPr>
              <a:spcBef>
                <a:spcPts val="1000"/>
              </a:spcBef>
            </a:pPr>
            <a:r>
              <a:rPr lang="en-US" sz="2400" kern="1200">
                <a:solidFill>
                  <a:srgbClr val="FFFFFF"/>
                </a:solidFill>
                <a:latin typeface="+mn-lt"/>
                <a:ea typeface="+mn-ea"/>
                <a:cs typeface="+mn-cs"/>
              </a:rPr>
              <a:t>Děkujeme za pozornost</a:t>
            </a:r>
          </a:p>
        </p:txBody>
      </p:sp>
    </p:spTree>
    <p:extLst>
      <p:ext uri="{BB962C8B-B14F-4D97-AF65-F5344CB8AC3E}">
        <p14:creationId xmlns:p14="http://schemas.microsoft.com/office/powerpoint/2010/main" val="36213688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859</TotalTime>
  <Words>1252</Words>
  <Application>Microsoft Office PowerPoint</Application>
  <PresentationFormat>Vlastní</PresentationFormat>
  <Paragraphs>107</Paragraphs>
  <Slides>16</Slides>
  <Notes>16</Notes>
  <HiddenSlides>0</HiddenSlides>
  <MMClips>0</MMClips>
  <ScaleCrop>false</ScaleCrop>
  <HeadingPairs>
    <vt:vector size="6" baseType="variant">
      <vt:variant>
        <vt:lpstr>Použitá písma</vt:lpstr>
      </vt:variant>
      <vt:variant>
        <vt:i4>6</vt:i4>
      </vt:variant>
      <vt:variant>
        <vt:lpstr>Motiv</vt:lpstr>
      </vt:variant>
      <vt:variant>
        <vt:i4>1</vt:i4>
      </vt:variant>
      <vt:variant>
        <vt:lpstr>Nadpisy snímků</vt:lpstr>
      </vt:variant>
      <vt:variant>
        <vt:i4>16</vt:i4>
      </vt:variant>
    </vt:vector>
  </HeadingPairs>
  <TitlesOfParts>
    <vt:vector size="23" baseType="lpstr">
      <vt:lpstr>Arial</vt:lpstr>
      <vt:lpstr>Consolas</vt:lpstr>
      <vt:lpstr>JetBrainsMono NF</vt:lpstr>
      <vt:lpstr>Symbol</vt:lpstr>
      <vt:lpstr>Times New Roman</vt:lpstr>
      <vt:lpstr>Wingdings</vt:lpstr>
      <vt:lpstr>Office</vt:lpstr>
      <vt:lpstr>Náhoda v informačních technologiích</vt:lpstr>
      <vt:lpstr>Definice</vt:lpstr>
      <vt:lpstr>Pseudonáhodnost</vt:lpstr>
      <vt:lpstr>Pohled do historie</vt:lpstr>
      <vt:lpstr>Kongruentní generátor</vt:lpstr>
      <vt:lpstr>Prezentace aplikace PowerPoint</vt:lpstr>
      <vt:lpstr>SEEDS</vt:lpstr>
      <vt:lpstr>Využití</vt:lpstr>
      <vt:lpstr>Bezpečnost</vt:lpstr>
      <vt:lpstr>Grafika</vt:lpstr>
      <vt:lpstr>Videohry</vt:lpstr>
      <vt:lpstr>… a další</vt:lpstr>
      <vt:lpstr>Lidské vnímání náhodnosti</vt:lpstr>
      <vt:lpstr>Paradox stroje</vt:lpstr>
      <vt:lpstr>Zdroje:</vt:lpstr>
      <vt:lpstr>Konec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dc:description/>
  <cp:lastModifiedBy>Jakub Bílek</cp:lastModifiedBy>
  <cp:revision>26</cp:revision>
  <dcterms:created xsi:type="dcterms:W3CDTF">2026-02-12T11:23:27Z</dcterms:created>
  <dcterms:modified xsi:type="dcterms:W3CDTF">2026-02-15T17:13:39Z</dcterms:modified>
  <dc:language>en-US</dc:language>
</cp:coreProperties>
</file>