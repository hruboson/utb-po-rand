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2F7843-2FAF-4C46-812D-83A1B312F48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F5B0C8-3208-43FB-A505-95D6A36C79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Randomness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Definice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Definice náhodnost - vlastnost jevů či dat, jejichž výsledek nebo příčinu nelze předem přesně určit, přestože mohou být teoreticky opakovatelné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Pseudonáhodnost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Historie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Princip náhodnosti v počítačích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Velmi jednoduchá funkce generátoru náhodných čísel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SEEDS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Čas jako SEED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yadayada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Využití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Bezpečnost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Grafika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Monte carlo – u tohoto se dobře vysvětluje tbh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Videohry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 a další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Lidské vnímání náhodnosti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Když udělám program využívající náhodnost, budou lidé mít skutečně pocit, že je nádhodný? (viz Spotify random shuffle)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Nějaký závěr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Thought experiment? Ale dobře vymyslet.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LibreOffice/25.8.2.2$Linux_X86_64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2026-02-12T11:23:27Z</dcterms:created>
  <dc:creator/>
  <dc:description/>
  <dc:language>en-US</dc:language>
  <cp:lastModifiedBy/>
  <dcterms:modified xsi:type="dcterms:W3CDTF">2026-02-12T13:32:08Z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