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1.png" ContentType="image/png"/>
  <Override PartName="/ppt/media/image2.gif" ContentType="image/gif"/>
  <Override PartName="/ppt/media/image3.gif" ContentType="image/gif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10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12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.xml.rels" ContentType="application/vnd.openxmlformats-package.relationships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D092B48-A3D8-4235-B1F7-53DBC21DCEBE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6920" cy="4008960"/>
          </a:xfrm>
          <a:prstGeom prst="rect">
            <a:avLst/>
          </a:prstGeom>
          <a:ln w="0">
            <a:noFill/>
          </a:ln>
        </p:spPr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Vítejte u dnešní prezentace. Na úvod si musíme ujasnit, co to náhoda vlastně je. Ve filozofii a fyzice se dohadujeme, zda je vesmír skutečně náhodný, nebo zda jen věcem nerozumíme. V informatice je to ale praktické: počítač je stroj, který jen vykonává instrukce. Aby vytvořil náhodu, musí ji buď 'opsat' z vnějšího světa pomocí hardwarového šumu, čemuž říkáme TRNG, nebo ji musí nasimulovat pomocí vzorců – to je tzv. pseudonáhodnost.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914400" y="547596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Src: https://smerity.com/montelight-cpp/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Náhoda pomáhá algoritmům dostat se ze slepých uliček. Při hledání nejlepší cesty občas musíme udělat náhodný krok 'špatným' směrem, abychom později našli ten nejlepší.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1F2817-16D1-4261-B0D8-AD87D995F36B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836A75-ABD3-4BBA-805B-BE0788C4D860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3744DF-DDD6-4597-9C76-B52DE693C678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gif"/><Relationship Id="rId2" Type="http://schemas.openxmlformats.org/officeDocument/2006/relationships/image" Target="../media/image3.gif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502560"/>
            <a:ext cx="9070920" cy="109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Náhoda v informačních technologiích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JetBrainsMono NF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subTitle"/>
          </p:nvPr>
        </p:nvSpPr>
        <p:spPr>
          <a:xfrm>
            <a:off x="2143080" y="2243160"/>
            <a:ext cx="5792400" cy="210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buNone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onsolas"/>
              </a:rPr>
              <a:t>Jak může čistě deterministický stroj vytvořit něco “náhodného”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Consola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Definice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Ontologická náhoda: skutečná nepředvídatelnost (kvantové jevy)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Epistomická náhoda: protože o něčem nemáme dostatečné množství dat, říkáme že se jedná o náhodu (hod kostkou)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 IT dělíme zdroje náhody na: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TRNG (True Random Number Generator) – hardwarový šum.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PRNG (Pseudo-Random Number Generator) – matematický výpočet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Pseudonáhodnost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-324000">
              <a:lnSpc>
                <a:spcPct val="100000"/>
              </a:lnSpc>
              <a:buClr>
                <a:srgbClr val="000000"/>
              </a:buClr>
              <a:buSzPct val="55000"/>
              <a:buFont typeface="Symbol" charset="2"/>
              <a:buChar char="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Hra na náhodu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SzPct val="55000"/>
              <a:buFont typeface="Symbol" charset="2"/>
              <a:buChar char="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Vlastnosti pseudonáhodných generátorů (PRNG):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"/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Determinismus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pro stejný vstup dostaneme vždy stejný výstup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"/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Periodicita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řada generovaných čísel se opakuje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"/>
            </a:pP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Efektivita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rychlost výpočtu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55000"/>
              <a:buFont typeface="Symbol" charset="2"/>
              <a:buChar char="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Náhoda je jen řada čísel, jejíž pravidlo neznáme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Pohled do historie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Před počítači: fyzické tabulky (kniha A million 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Random Digits, 1955)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John Von Neumann: metoda prostředních 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čtverců – první generování čísel algoritmem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Hlavní problém: krátká perioda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Kongruentní generátor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371600"/>
            <a:ext cx="9070920" cy="388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Základní způsob generování náhodných čísel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Velmi jednoduchá funkce generátoru náhodných čísel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Vzorec: X_n+1​=(a*X_n​+c)(mod m) ←-- tohle prosím do latexu nebo ať to vypadá jako rovnice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subTitle"/>
          </p:nvPr>
        </p:nvSpPr>
        <p:spPr>
          <a:xfrm>
            <a:off x="1143000" y="1560600"/>
            <a:ext cx="8229600" cy="24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// počáteční hodnota, 32b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static uint32_t ix = SEED;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double Random(void) {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 </a:t>
            </a: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	</a:t>
            </a: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// mod 2^32 je implicitní (“přetečení”)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	</a:t>
            </a: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ix = ix * 69069u + 1u;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	</a:t>
            </a: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return ix / ((double)UINT32_MAX + 1.0);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JetBrainsMono NF"/>
            </a:endParaRPr>
          </a:p>
          <a:p>
            <a:pPr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JetBrainsMono NF"/>
              </a:rPr>
              <a:t>}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JetBrainsMono N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SEEDS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Seed = počáteční hodnota algoritmu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Reprodukovatelnost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Využití aktuálního času jako seed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0280" y="133884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Využití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828800" y="2514600"/>
            <a:ext cx="7086600" cy="71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Od šifrování zpráv až po nekonečné vesmíry videoher.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Bezpečnost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-324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Problém: PRNG je pro hackery předvídatelný.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Řešení: Čerpání z fyzické reality.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"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Tepelný šum procesoru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"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Pohyby myši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"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Lávové lampy (Cloudflare)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" descr=""/>
          <p:cNvPicPr/>
          <p:nvPr/>
        </p:nvPicPr>
        <p:blipFill>
          <a:blip r:embed="rId1"/>
          <a:stretch/>
        </p:blipFill>
        <p:spPr>
          <a:xfrm>
            <a:off x="5715000" y="3200400"/>
            <a:ext cx="3932280" cy="2211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Grafika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Výpočet složitých jevů náhodným vzorkováním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Metoda Monte Carlo (optimalizace výpočtů)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6629400" y="2819880"/>
            <a:ext cx="2437920" cy="243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" descr=""/>
          <p:cNvPicPr/>
          <p:nvPr/>
        </p:nvPicPr>
        <p:blipFill>
          <a:blip r:embed="rId2"/>
          <a:stretch/>
        </p:blipFill>
        <p:spPr>
          <a:xfrm>
            <a:off x="1448280" y="2819880"/>
            <a:ext cx="2437920" cy="243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Videohry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-324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Procedurální generování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Chování nepřátel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čistá náhoda není férová – přimíchání dynamiky pro vyrovnání férovosti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… a další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A/B testování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genetické algoritmy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simulované žíhání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Optimalizace algoritmů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22536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Lidské vnímání náhodnosti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Lidé přirozeně vidí vzorce v chaosu (Gambler's Fallacy)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Spotify Shuffle: Proč 'skutečná' náhoda zní lidem chybně?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Algoritmy se upravují, aby vypadaly 'víc náhodně' tím, že náhodu omezí.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363600"/>
            <a:ext cx="907092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Paradox stroje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Počítače náhodu nevlastní, ale skvěle ji imitují.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Budoucnost: Kvantové čipy jako zdroj absolutní náhody.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Náhoda není chybou ale spojením s realitou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Application>LibreOffice/25.8.2.2$Linux_X86_64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2026-02-12T11:23:27Z</dcterms:created>
  <dc:creator/>
  <dc:description/>
  <dc:language>en-US</dc:language>
  <cp:lastModifiedBy/>
  <dcterms:modified xsi:type="dcterms:W3CDTF">2026-02-14T22:46:53Z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