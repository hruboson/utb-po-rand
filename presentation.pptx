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2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4717DCE-FF16-410F-A84C-E156CF7CA05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58B82AD-AEE1-48F3-BB52-D2745C51012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5B371AE-92AF-447C-A7AD-C4AA91CD54FA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Randomness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Definice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Definice náhodnost - vlastnost jevů či dat, jejichž výsledek nebo příčinu nelze předem přesně určit, přestože mohou být teoreticky opakovatelné 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Pseudonáhodnost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Historie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Princip náhodnosti v počítačích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Velmi jednoduchá funkce generátoru náhodných čísel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SEEDS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spcBef>
                <a:spcPts val="1417"/>
              </a:spcBef>
              <a:buNone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Čas jako SEED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yadayada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Využití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Bezpečnost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Grafika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Monte carlo – u tohoto se dobře vysvětluje tbh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… a další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Videohry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Lidské vnímání náhodnosti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LibreOffice/25.8.2.2$Linux_X86_64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2026-02-12T11:23:27Z</dcterms:created>
  <dc:creator/>
  <dc:description/>
  <dc:language>en-US</dc:language>
  <cp:lastModifiedBy/>
  <dcterms:modified xsi:type="dcterms:W3CDTF">2026-02-12T11:47:30Z</dcterms:modified>
  <cp:revision>2</cp:revision>
  <dc:subject/>
  <dc:title/>
</cp:coreProperties>
</file>