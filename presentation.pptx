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14932EE-97DB-42EA-9B53-12B5E95CAA2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9D6A6D1-6C6C-4792-B633-E9F2EDEEFB0C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Randomness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LibreOffice/25.8.2.2$Linux_X86_64 LibreOffice_project/580$Build-2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2026-02-12T11:23:27Z</dcterms:created>
  <dc:creator/>
  <dc:description/>
  <dc:language>en-US</dc:language>
  <cp:lastModifiedBy/>
  <dcterms:modified xsi:type="dcterms:W3CDTF">2026-02-12T11:27:40Z</dcterms:modified>
  <cp:revision>1</cp:revision>
  <dc:subject/>
  <dc:title/>
</cp:coreProperties>
</file>